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70" r:id="rId15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r Hamouda" userId="bf7ad1c5-c541-4c4d-88ae-f469cea55ec4" providerId="ADAL" clId="{BF29ACFC-5755-43E5-93D0-6DD7D6E8A468}"/>
    <pc:docChg chg="custSel modSld">
      <pc:chgData name="Samir Hamouda" userId="bf7ad1c5-c541-4c4d-88ae-f469cea55ec4" providerId="ADAL" clId="{BF29ACFC-5755-43E5-93D0-6DD7D6E8A468}" dt="2025-12-02T12:49:17.821" v="85" actId="478"/>
      <pc:docMkLst>
        <pc:docMk/>
      </pc:docMkLst>
      <pc:sldChg chg="addSp delSp modSp">
        <pc:chgData name="Samir Hamouda" userId="bf7ad1c5-c541-4c4d-88ae-f469cea55ec4" providerId="ADAL" clId="{BF29ACFC-5755-43E5-93D0-6DD7D6E8A468}" dt="2025-12-02T12:49:17.821" v="85" actId="478"/>
        <pc:sldMkLst>
          <pc:docMk/>
          <pc:sldMk cId="0" sldId="262"/>
        </pc:sldMkLst>
        <pc:spChg chg="add del mod">
          <ac:chgData name="Samir Hamouda" userId="bf7ad1c5-c541-4c4d-88ae-f469cea55ec4" providerId="ADAL" clId="{BF29ACFC-5755-43E5-93D0-6DD7D6E8A468}" dt="2025-12-02T12:49:17.821" v="85" actId="478"/>
          <ac:spMkLst>
            <pc:docMk/>
            <pc:sldMk cId="0" sldId="262"/>
            <ac:spMk id="3" creationId="{ACBEC450-9294-4ED5-B030-AD1A1A2555EA}"/>
          </ac:spMkLst>
        </pc:spChg>
        <pc:spChg chg="del">
          <ac:chgData name="Samir Hamouda" userId="bf7ad1c5-c541-4c4d-88ae-f469cea55ec4" providerId="ADAL" clId="{BF29ACFC-5755-43E5-93D0-6DD7D6E8A468}" dt="2025-12-02T12:46:23.689" v="67" actId="478"/>
          <ac:spMkLst>
            <pc:docMk/>
            <pc:sldMk cId="0" sldId="262"/>
            <ac:spMk id="112" creationId="{00000000-0000-0000-0000-000000000000}"/>
          </ac:spMkLst>
        </pc:spChg>
        <pc:spChg chg="del">
          <ac:chgData name="Samir Hamouda" userId="bf7ad1c5-c541-4c4d-88ae-f469cea55ec4" providerId="ADAL" clId="{BF29ACFC-5755-43E5-93D0-6DD7D6E8A468}" dt="2025-12-02T12:46:18.899" v="66" actId="478"/>
          <ac:spMkLst>
            <pc:docMk/>
            <pc:sldMk cId="0" sldId="262"/>
            <ac:spMk id="115" creationId="{00000000-0000-0000-0000-000000000000}"/>
          </ac:spMkLst>
        </pc:spChg>
        <pc:picChg chg="add mod">
          <ac:chgData name="Samir Hamouda" userId="bf7ad1c5-c541-4c4d-88ae-f469cea55ec4" providerId="ADAL" clId="{BF29ACFC-5755-43E5-93D0-6DD7D6E8A468}" dt="2025-12-02T12:48:51.640" v="81" actId="14100"/>
          <ac:picMkLst>
            <pc:docMk/>
            <pc:sldMk cId="0" sldId="262"/>
            <ac:picMk id="4" creationId="{377531A9-53FB-4AD5-9A2E-CB4E702B900C}"/>
          </ac:picMkLst>
        </pc:picChg>
        <pc:picChg chg="add mod">
          <ac:chgData name="Samir Hamouda" userId="bf7ad1c5-c541-4c4d-88ae-f469cea55ec4" providerId="ADAL" clId="{BF29ACFC-5755-43E5-93D0-6DD7D6E8A468}" dt="2025-12-02T12:49:01.445" v="83" actId="14100"/>
          <ac:picMkLst>
            <pc:docMk/>
            <pc:sldMk cId="0" sldId="262"/>
            <ac:picMk id="5" creationId="{320E8A8F-D610-480C-B3B7-82C96DF584F1}"/>
          </ac:picMkLst>
        </pc:picChg>
        <pc:picChg chg="mod">
          <ac:chgData name="Samir Hamouda" userId="bf7ad1c5-c541-4c4d-88ae-f469cea55ec4" providerId="ADAL" clId="{BF29ACFC-5755-43E5-93D0-6DD7D6E8A468}" dt="2025-12-02T12:47:29.515" v="73" actId="1076"/>
          <ac:picMkLst>
            <pc:docMk/>
            <pc:sldMk cId="0" sldId="262"/>
            <ac:picMk id="114" creationId="{00000000-0000-0000-0000-000000000000}"/>
          </ac:picMkLst>
        </pc:picChg>
      </pc:sldChg>
      <pc:sldChg chg="modSp">
        <pc:chgData name="Samir Hamouda" userId="bf7ad1c5-c541-4c4d-88ae-f469cea55ec4" providerId="ADAL" clId="{BF29ACFC-5755-43E5-93D0-6DD7D6E8A468}" dt="2025-12-02T12:35:46.571" v="1" actId="20577"/>
        <pc:sldMkLst>
          <pc:docMk/>
          <pc:sldMk cId="205297130" sldId="268"/>
        </pc:sldMkLst>
        <pc:spChg chg="mod">
          <ac:chgData name="Samir Hamouda" userId="bf7ad1c5-c541-4c4d-88ae-f469cea55ec4" providerId="ADAL" clId="{BF29ACFC-5755-43E5-93D0-6DD7D6E8A468}" dt="2025-12-02T12:35:46.571" v="1" actId="20577"/>
          <ac:spMkLst>
            <pc:docMk/>
            <pc:sldMk cId="205297130" sldId="268"/>
            <ac:spMk id="4" creationId="{85204644-CEC0-4052-A95D-557469EE0D4F}"/>
          </ac:spMkLst>
        </pc:spChg>
      </pc:sldChg>
      <pc:sldChg chg="addSp delSp modSp">
        <pc:chgData name="Samir Hamouda" userId="bf7ad1c5-c541-4c4d-88ae-f469cea55ec4" providerId="ADAL" clId="{BF29ACFC-5755-43E5-93D0-6DD7D6E8A468}" dt="2025-12-02T12:43:42.637" v="65" actId="1076"/>
        <pc:sldMkLst>
          <pc:docMk/>
          <pc:sldMk cId="2247287885" sldId="269"/>
        </pc:sldMkLst>
        <pc:spChg chg="del mod">
          <ac:chgData name="Samir Hamouda" userId="bf7ad1c5-c541-4c4d-88ae-f469cea55ec4" providerId="ADAL" clId="{BF29ACFC-5755-43E5-93D0-6DD7D6E8A468}" dt="2025-12-02T12:37:52.168" v="16" actId="478"/>
          <ac:spMkLst>
            <pc:docMk/>
            <pc:sldMk cId="2247287885" sldId="269"/>
            <ac:spMk id="2" creationId="{591BBA62-6DA0-417A-B642-10440472F04D}"/>
          </ac:spMkLst>
        </pc:spChg>
        <pc:spChg chg="del mod">
          <ac:chgData name="Samir Hamouda" userId="bf7ad1c5-c541-4c4d-88ae-f469cea55ec4" providerId="ADAL" clId="{BF29ACFC-5755-43E5-93D0-6DD7D6E8A468}" dt="2025-12-02T12:38:51.742" v="25" actId="478"/>
          <ac:spMkLst>
            <pc:docMk/>
            <pc:sldMk cId="2247287885" sldId="269"/>
            <ac:spMk id="3" creationId="{B4801967-AECD-4A41-9FB6-92B48B312A90}"/>
          </ac:spMkLst>
        </pc:spChg>
        <pc:spChg chg="del mod">
          <ac:chgData name="Samir Hamouda" userId="bf7ad1c5-c541-4c4d-88ae-f469cea55ec4" providerId="ADAL" clId="{BF29ACFC-5755-43E5-93D0-6DD7D6E8A468}" dt="2025-12-02T12:35:56.681" v="3" actId="478"/>
          <ac:spMkLst>
            <pc:docMk/>
            <pc:sldMk cId="2247287885" sldId="269"/>
            <ac:spMk id="4" creationId="{BB4632C8-E181-4CDB-A6C1-3456AD4B5F73}"/>
          </ac:spMkLst>
        </pc:spChg>
        <pc:spChg chg="add del mod">
          <ac:chgData name="Samir Hamouda" userId="bf7ad1c5-c541-4c4d-88ae-f469cea55ec4" providerId="ADAL" clId="{BF29ACFC-5755-43E5-93D0-6DD7D6E8A468}" dt="2025-12-02T12:37:55.041" v="17" actId="478"/>
          <ac:spMkLst>
            <pc:docMk/>
            <pc:sldMk cId="2247287885" sldId="269"/>
            <ac:spMk id="6" creationId="{D5FF2427-1EAB-45EA-8DB5-6CF73B4AD9BD}"/>
          </ac:spMkLst>
        </pc:spChg>
        <pc:spChg chg="add mod">
          <ac:chgData name="Samir Hamouda" userId="bf7ad1c5-c541-4c4d-88ae-f469cea55ec4" providerId="ADAL" clId="{BF29ACFC-5755-43E5-93D0-6DD7D6E8A468}" dt="2025-12-02T12:43:42.637" v="65" actId="1076"/>
          <ac:spMkLst>
            <pc:docMk/>
            <pc:sldMk cId="2247287885" sldId="269"/>
            <ac:spMk id="8" creationId="{4B0EC294-9CC1-4AB8-8D27-E9368598BC75}"/>
          </ac:spMkLst>
        </pc:spChg>
        <pc:spChg chg="add mod">
          <ac:chgData name="Samir Hamouda" userId="bf7ad1c5-c541-4c4d-88ae-f469cea55ec4" providerId="ADAL" clId="{BF29ACFC-5755-43E5-93D0-6DD7D6E8A468}" dt="2025-12-02T12:43:35.465" v="64" actId="1076"/>
          <ac:spMkLst>
            <pc:docMk/>
            <pc:sldMk cId="2247287885" sldId="269"/>
            <ac:spMk id="9" creationId="{29495F43-326E-44B6-BA9C-A23FA60E0388}"/>
          </ac:spMkLst>
        </pc:spChg>
        <pc:spChg chg="add mod">
          <ac:chgData name="Samir Hamouda" userId="bf7ad1c5-c541-4c4d-88ae-f469cea55ec4" providerId="ADAL" clId="{BF29ACFC-5755-43E5-93D0-6DD7D6E8A468}" dt="2025-12-02T12:43:19.122" v="57" actId="1076"/>
          <ac:spMkLst>
            <pc:docMk/>
            <pc:sldMk cId="2247287885" sldId="269"/>
            <ac:spMk id="10" creationId="{73EC91A3-9AB1-428C-8BBC-7E317B41501D}"/>
          </ac:spMkLst>
        </pc:spChg>
        <pc:picChg chg="add del mod">
          <ac:chgData name="Samir Hamouda" userId="bf7ad1c5-c541-4c4d-88ae-f469cea55ec4" providerId="ADAL" clId="{BF29ACFC-5755-43E5-93D0-6DD7D6E8A468}" dt="2025-12-02T12:39:10.244" v="29" actId="478"/>
          <ac:picMkLst>
            <pc:docMk/>
            <pc:sldMk cId="2247287885" sldId="269"/>
            <ac:picMk id="7" creationId="{989A53DB-4632-457A-86CC-389AF33CEC70}"/>
          </ac:picMkLst>
        </pc:picChg>
      </pc:sldChg>
    </pc:docChg>
  </pc:docChgLst>
  <pc:docChgLst>
    <pc:chgData name="Hamouda, Samir" userId="bf7ad1c5-c541-4c4d-88ae-f469cea55ec4" providerId="ADAL" clId="{BDA66827-854E-476E-8F4F-C2FC48EEC8E8}"/>
    <pc:docChg chg="undo custSel addSld modSld sldOrd">
      <pc:chgData name="Hamouda, Samir" userId="bf7ad1c5-c541-4c4d-88ae-f469cea55ec4" providerId="ADAL" clId="{BDA66827-854E-476E-8F4F-C2FC48EEC8E8}" dt="2025-12-02T02:57:33.542" v="736"/>
      <pc:docMkLst>
        <pc:docMk/>
      </pc:docMkLst>
      <pc:sldChg chg="modSp">
        <pc:chgData name="Hamouda, Samir" userId="bf7ad1c5-c541-4c4d-88ae-f469cea55ec4" providerId="ADAL" clId="{BDA66827-854E-476E-8F4F-C2FC48EEC8E8}" dt="2025-11-26T01:14:15.376" v="27" actId="20577"/>
        <pc:sldMkLst>
          <pc:docMk/>
          <pc:sldMk cId="0" sldId="256"/>
        </pc:sldMkLst>
        <pc:spChg chg="mod">
          <ac:chgData name="Hamouda, Samir" userId="bf7ad1c5-c541-4c4d-88ae-f469cea55ec4" providerId="ADAL" clId="{BDA66827-854E-476E-8F4F-C2FC48EEC8E8}" dt="2025-11-26T01:14:15.376" v="27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modSp">
        <pc:chgData name="Hamouda, Samir" userId="bf7ad1c5-c541-4c4d-88ae-f469cea55ec4" providerId="ADAL" clId="{BDA66827-854E-476E-8F4F-C2FC48EEC8E8}" dt="2025-12-02T01:54:04.987" v="306" actId="14100"/>
        <pc:sldMkLst>
          <pc:docMk/>
          <pc:sldMk cId="0" sldId="257"/>
        </pc:sldMkLst>
        <pc:spChg chg="mod">
          <ac:chgData name="Hamouda, Samir" userId="bf7ad1c5-c541-4c4d-88ae-f469cea55ec4" providerId="ADAL" clId="{BDA66827-854E-476E-8F4F-C2FC48EEC8E8}" dt="2025-12-02T01:54:01.771" v="305" actId="1076"/>
          <ac:spMkLst>
            <pc:docMk/>
            <pc:sldMk cId="0" sldId="257"/>
            <ac:spMk id="89" creationId="{00000000-0000-0000-0000-000000000000}"/>
          </ac:spMkLst>
        </pc:spChg>
        <pc:spChg chg="mod">
          <ac:chgData name="Hamouda, Samir" userId="bf7ad1c5-c541-4c4d-88ae-f469cea55ec4" providerId="ADAL" clId="{BDA66827-854E-476E-8F4F-C2FC48EEC8E8}" dt="2025-12-02T01:53:19.197" v="302" actId="20577"/>
          <ac:spMkLst>
            <pc:docMk/>
            <pc:sldMk cId="0" sldId="257"/>
            <ac:spMk id="90" creationId="{00000000-0000-0000-0000-000000000000}"/>
          </ac:spMkLst>
        </pc:spChg>
        <pc:picChg chg="add mod">
          <ac:chgData name="Hamouda, Samir" userId="bf7ad1c5-c541-4c4d-88ae-f469cea55ec4" providerId="ADAL" clId="{BDA66827-854E-476E-8F4F-C2FC48EEC8E8}" dt="2025-12-02T01:54:04.987" v="306" actId="14100"/>
          <ac:picMkLst>
            <pc:docMk/>
            <pc:sldMk cId="0" sldId="257"/>
            <ac:picMk id="2" creationId="{40D7FB9F-CB74-4F99-87A7-82BE6E5B912E}"/>
          </ac:picMkLst>
        </pc:picChg>
      </pc:sldChg>
      <pc:sldChg chg="addSp delSp modSp">
        <pc:chgData name="Hamouda, Samir" userId="bf7ad1c5-c541-4c4d-88ae-f469cea55ec4" providerId="ADAL" clId="{BDA66827-854E-476E-8F4F-C2FC48EEC8E8}" dt="2025-12-02T02:03:29.410" v="342" actId="6549"/>
        <pc:sldMkLst>
          <pc:docMk/>
          <pc:sldMk cId="0" sldId="258"/>
        </pc:sldMkLst>
        <pc:spChg chg="add mod">
          <ac:chgData name="Hamouda, Samir" userId="bf7ad1c5-c541-4c4d-88ae-f469cea55ec4" providerId="ADAL" clId="{BDA66827-854E-476E-8F4F-C2FC48EEC8E8}" dt="2025-12-02T01:40:22.062" v="167" actId="20577"/>
          <ac:spMkLst>
            <pc:docMk/>
            <pc:sldMk cId="0" sldId="258"/>
            <ac:spMk id="3" creationId="{3CB98823-184F-4057-92E6-12855DE2D4D9}"/>
          </ac:spMkLst>
        </pc:spChg>
        <pc:spChg chg="add mod">
          <ac:chgData name="Hamouda, Samir" userId="bf7ad1c5-c541-4c4d-88ae-f469cea55ec4" providerId="ADAL" clId="{BDA66827-854E-476E-8F4F-C2FC48EEC8E8}" dt="2025-12-02T02:03:29.410" v="342" actId="6549"/>
          <ac:spMkLst>
            <pc:docMk/>
            <pc:sldMk cId="0" sldId="258"/>
            <ac:spMk id="7" creationId="{31E025B0-2170-40AA-BE18-522402A37ED4}"/>
          </ac:spMkLst>
        </pc:spChg>
        <pc:spChg chg="add mod">
          <ac:chgData name="Hamouda, Samir" userId="bf7ad1c5-c541-4c4d-88ae-f469cea55ec4" providerId="ADAL" clId="{BDA66827-854E-476E-8F4F-C2FC48EEC8E8}" dt="2025-12-02T01:45:22.873" v="271" actId="2711"/>
          <ac:spMkLst>
            <pc:docMk/>
            <pc:sldMk cId="0" sldId="258"/>
            <ac:spMk id="8" creationId="{AE105235-484A-4572-B8B3-BB3E54A098C4}"/>
          </ac:spMkLst>
        </pc:spChg>
        <pc:spChg chg="del mod">
          <ac:chgData name="Hamouda, Samir" userId="bf7ad1c5-c541-4c4d-88ae-f469cea55ec4" providerId="ADAL" clId="{BDA66827-854E-476E-8F4F-C2FC48EEC8E8}" dt="2025-12-02T01:26:49.023" v="53" actId="478"/>
          <ac:spMkLst>
            <pc:docMk/>
            <pc:sldMk cId="0" sldId="258"/>
            <ac:spMk id="92" creationId="{00000000-0000-0000-0000-000000000000}"/>
          </ac:spMkLst>
        </pc:spChg>
        <pc:spChg chg="del mod">
          <ac:chgData name="Hamouda, Samir" userId="bf7ad1c5-c541-4c4d-88ae-f469cea55ec4" providerId="ADAL" clId="{BDA66827-854E-476E-8F4F-C2FC48EEC8E8}" dt="2025-12-02T01:26:24.317" v="49" actId="478"/>
          <ac:spMkLst>
            <pc:docMk/>
            <pc:sldMk cId="0" sldId="258"/>
            <ac:spMk id="93" creationId="{00000000-0000-0000-0000-000000000000}"/>
          </ac:spMkLst>
        </pc:spChg>
        <pc:picChg chg="add del mod">
          <ac:chgData name="Hamouda, Samir" userId="bf7ad1c5-c541-4c4d-88ae-f469cea55ec4" providerId="ADAL" clId="{BDA66827-854E-476E-8F4F-C2FC48EEC8E8}" dt="2025-12-02T01:29:35.167" v="96" actId="478"/>
          <ac:picMkLst>
            <pc:docMk/>
            <pc:sldMk cId="0" sldId="258"/>
            <ac:picMk id="5" creationId="{9ACC9A0F-1FB8-406A-AA6B-BA4619BD6A40}"/>
          </ac:picMkLst>
        </pc:picChg>
        <pc:picChg chg="add mod">
          <ac:chgData name="Hamouda, Samir" userId="bf7ad1c5-c541-4c4d-88ae-f469cea55ec4" providerId="ADAL" clId="{BDA66827-854E-476E-8F4F-C2FC48EEC8E8}" dt="2025-12-02T01:38:16.931" v="150" actId="14100"/>
          <ac:picMkLst>
            <pc:docMk/>
            <pc:sldMk cId="0" sldId="258"/>
            <ac:picMk id="6" creationId="{D7C6B212-4A4E-444E-854C-19210FDF762A}"/>
          </ac:picMkLst>
        </pc:picChg>
        <pc:picChg chg="del">
          <ac:chgData name="Hamouda, Samir" userId="bf7ad1c5-c541-4c4d-88ae-f469cea55ec4" providerId="ADAL" clId="{BDA66827-854E-476E-8F4F-C2FC48EEC8E8}" dt="2025-12-02T01:26:11.580" v="47" actId="478"/>
          <ac:picMkLst>
            <pc:docMk/>
            <pc:sldMk cId="0" sldId="258"/>
            <ac:picMk id="95" creationId="{00000000-0000-0000-0000-000000000000}"/>
          </ac:picMkLst>
        </pc:picChg>
      </pc:sldChg>
      <pc:sldChg chg="addSp delSp modSp">
        <pc:chgData name="Hamouda, Samir" userId="bf7ad1c5-c541-4c4d-88ae-f469cea55ec4" providerId="ADAL" clId="{BDA66827-854E-476E-8F4F-C2FC48EEC8E8}" dt="2025-12-02T02:42:17.031" v="644" actId="6549"/>
        <pc:sldMkLst>
          <pc:docMk/>
          <pc:sldMk cId="0" sldId="259"/>
        </pc:sldMkLst>
        <pc:spChg chg="add del">
          <ac:chgData name="Hamouda, Samir" userId="bf7ad1c5-c541-4c4d-88ae-f469cea55ec4" providerId="ADAL" clId="{BDA66827-854E-476E-8F4F-C2FC48EEC8E8}" dt="2025-12-02T02:35:41.161" v="347"/>
          <ac:spMkLst>
            <pc:docMk/>
            <pc:sldMk cId="0" sldId="259"/>
            <ac:spMk id="2" creationId="{43EFE83D-E844-4049-93E3-5B2EBDEB1013}"/>
          </ac:spMkLst>
        </pc:spChg>
        <pc:spChg chg="add del mod">
          <ac:chgData name="Hamouda, Samir" userId="bf7ad1c5-c541-4c4d-88ae-f469cea55ec4" providerId="ADAL" clId="{BDA66827-854E-476E-8F4F-C2FC48EEC8E8}" dt="2025-12-02T02:36:29.377" v="607" actId="478"/>
          <ac:spMkLst>
            <pc:docMk/>
            <pc:sldMk cId="0" sldId="259"/>
            <ac:spMk id="3" creationId="{9E5F5C36-DB45-42EF-A9A6-79A63C046591}"/>
          </ac:spMkLst>
        </pc:spChg>
        <pc:spChg chg="add mod">
          <ac:chgData name="Hamouda, Samir" userId="bf7ad1c5-c541-4c4d-88ae-f469cea55ec4" providerId="ADAL" clId="{BDA66827-854E-476E-8F4F-C2FC48EEC8E8}" dt="2025-12-02T02:42:17.031" v="644" actId="6549"/>
          <ac:spMkLst>
            <pc:docMk/>
            <pc:sldMk cId="0" sldId="259"/>
            <ac:spMk id="4" creationId="{DE78CC64-D755-47D3-9566-F88C71174F66}"/>
          </ac:spMkLst>
        </pc:spChg>
        <pc:spChg chg="mod">
          <ac:chgData name="Hamouda, Samir" userId="bf7ad1c5-c541-4c4d-88ae-f469cea55ec4" providerId="ADAL" clId="{BDA66827-854E-476E-8F4F-C2FC48EEC8E8}" dt="2025-12-02T02:38:43.706" v="626" actId="255"/>
          <ac:spMkLst>
            <pc:docMk/>
            <pc:sldMk cId="0" sldId="259"/>
            <ac:spMk id="97" creationId="{00000000-0000-0000-0000-000000000000}"/>
          </ac:spMkLst>
        </pc:spChg>
        <pc:spChg chg="del mod">
          <ac:chgData name="Hamouda, Samir" userId="bf7ad1c5-c541-4c4d-88ae-f469cea55ec4" providerId="ADAL" clId="{BDA66827-854E-476E-8F4F-C2FC48EEC8E8}" dt="2025-12-02T02:36:14.049" v="350"/>
          <ac:spMkLst>
            <pc:docMk/>
            <pc:sldMk cId="0" sldId="259"/>
            <ac:spMk id="98" creationId="{00000000-0000-0000-0000-000000000000}"/>
          </ac:spMkLst>
        </pc:spChg>
        <pc:picChg chg="add mod">
          <ac:chgData name="Hamouda, Samir" userId="bf7ad1c5-c541-4c4d-88ae-f469cea55ec4" providerId="ADAL" clId="{BDA66827-854E-476E-8F4F-C2FC48EEC8E8}" dt="2025-12-02T02:41:17.068" v="635" actId="1076"/>
          <ac:picMkLst>
            <pc:docMk/>
            <pc:sldMk cId="0" sldId="259"/>
            <ac:picMk id="5" creationId="{9E7640FA-F0F7-4FE6-AB35-634532436464}"/>
          </ac:picMkLst>
        </pc:picChg>
      </pc:sldChg>
      <pc:sldChg chg="addSp modSp">
        <pc:chgData name="Hamouda, Samir" userId="bf7ad1c5-c541-4c4d-88ae-f469cea55ec4" providerId="ADAL" clId="{BDA66827-854E-476E-8F4F-C2FC48EEC8E8}" dt="2025-12-02T02:43:43.402" v="655" actId="255"/>
        <pc:sldMkLst>
          <pc:docMk/>
          <pc:sldMk cId="0" sldId="260"/>
        </pc:sldMkLst>
        <pc:spChg chg="mod">
          <ac:chgData name="Hamouda, Samir" userId="bf7ad1c5-c541-4c4d-88ae-f469cea55ec4" providerId="ADAL" clId="{BDA66827-854E-476E-8F4F-C2FC48EEC8E8}" dt="2025-12-02T02:43:28.716" v="652" actId="1076"/>
          <ac:spMkLst>
            <pc:docMk/>
            <pc:sldMk cId="0" sldId="260"/>
            <ac:spMk id="100" creationId="{00000000-0000-0000-0000-000000000000}"/>
          </ac:spMkLst>
        </pc:spChg>
        <pc:spChg chg="mod">
          <ac:chgData name="Hamouda, Samir" userId="bf7ad1c5-c541-4c4d-88ae-f469cea55ec4" providerId="ADAL" clId="{BDA66827-854E-476E-8F4F-C2FC48EEC8E8}" dt="2025-12-02T02:43:43.402" v="655" actId="255"/>
          <ac:spMkLst>
            <pc:docMk/>
            <pc:sldMk cId="0" sldId="260"/>
            <ac:spMk id="101" creationId="{00000000-0000-0000-0000-000000000000}"/>
          </ac:spMkLst>
        </pc:spChg>
        <pc:picChg chg="add mod">
          <ac:chgData name="Hamouda, Samir" userId="bf7ad1c5-c541-4c4d-88ae-f469cea55ec4" providerId="ADAL" clId="{BDA66827-854E-476E-8F4F-C2FC48EEC8E8}" dt="2025-12-02T02:43:32.724" v="653" actId="14100"/>
          <ac:picMkLst>
            <pc:docMk/>
            <pc:sldMk cId="0" sldId="260"/>
            <ac:picMk id="3" creationId="{A63B1795-27FE-443E-9628-42364779E54B}"/>
          </ac:picMkLst>
        </pc:picChg>
      </pc:sldChg>
      <pc:sldChg chg="ord">
        <pc:chgData name="Hamouda, Samir" userId="bf7ad1c5-c541-4c4d-88ae-f469cea55ec4" providerId="ADAL" clId="{BDA66827-854E-476E-8F4F-C2FC48EEC8E8}" dt="2025-12-02T02:57:21.918" v="734"/>
        <pc:sldMkLst>
          <pc:docMk/>
          <pc:sldMk cId="0" sldId="261"/>
        </pc:sldMkLst>
      </pc:sldChg>
      <pc:sldChg chg="addSp delSp modSp add ord">
        <pc:chgData name="Hamouda, Samir" userId="bf7ad1c5-c541-4c4d-88ae-f469cea55ec4" providerId="ADAL" clId="{BDA66827-854E-476E-8F4F-C2FC48EEC8E8}" dt="2025-12-02T02:54:45.211" v="733" actId="20577"/>
        <pc:sldMkLst>
          <pc:docMk/>
          <pc:sldMk cId="205297130" sldId="268"/>
        </pc:sldMkLst>
        <pc:spChg chg="mod">
          <ac:chgData name="Hamouda, Samir" userId="bf7ad1c5-c541-4c4d-88ae-f469cea55ec4" providerId="ADAL" clId="{BDA66827-854E-476E-8F4F-C2FC48EEC8E8}" dt="2025-12-02T02:48:43.819" v="670" actId="1076"/>
          <ac:spMkLst>
            <pc:docMk/>
            <pc:sldMk cId="205297130" sldId="268"/>
            <ac:spMk id="2" creationId="{62C7150E-F6A5-4D95-8296-E9FEB00037EB}"/>
          </ac:spMkLst>
        </pc:spChg>
        <pc:spChg chg="del">
          <ac:chgData name="Hamouda, Samir" userId="bf7ad1c5-c541-4c4d-88ae-f469cea55ec4" providerId="ADAL" clId="{BDA66827-854E-476E-8F4F-C2FC48EEC8E8}" dt="2025-12-02T02:47:52.688" v="660"/>
          <ac:spMkLst>
            <pc:docMk/>
            <pc:sldMk cId="205297130" sldId="268"/>
            <ac:spMk id="3" creationId="{AB07F073-2AED-4A1A-9239-19840D332895}"/>
          </ac:spMkLst>
        </pc:spChg>
        <pc:spChg chg="add mod">
          <ac:chgData name="Hamouda, Samir" userId="bf7ad1c5-c541-4c4d-88ae-f469cea55ec4" providerId="ADAL" clId="{BDA66827-854E-476E-8F4F-C2FC48EEC8E8}" dt="2025-12-02T02:54:45.211" v="733" actId="20577"/>
          <ac:spMkLst>
            <pc:docMk/>
            <pc:sldMk cId="205297130" sldId="268"/>
            <ac:spMk id="4" creationId="{85204644-CEC0-4052-A95D-557469EE0D4F}"/>
          </ac:spMkLst>
        </pc:spChg>
        <pc:picChg chg="add mod">
          <ac:chgData name="Hamouda, Samir" userId="bf7ad1c5-c541-4c4d-88ae-f469cea55ec4" providerId="ADAL" clId="{BDA66827-854E-476E-8F4F-C2FC48EEC8E8}" dt="2025-12-02T02:53:49.892" v="710" actId="14100"/>
          <ac:picMkLst>
            <pc:docMk/>
            <pc:sldMk cId="205297130" sldId="268"/>
            <ac:picMk id="5" creationId="{099A9BC1-1BC2-49CB-A942-036405A691A7}"/>
          </ac:picMkLst>
        </pc:picChg>
      </pc:sldChg>
      <pc:sldChg chg="add ord">
        <pc:chgData name="Hamouda, Samir" userId="bf7ad1c5-c541-4c4d-88ae-f469cea55ec4" providerId="ADAL" clId="{BDA66827-854E-476E-8F4F-C2FC48EEC8E8}" dt="2025-12-02T02:57:33.542" v="736"/>
        <pc:sldMkLst>
          <pc:docMk/>
          <pc:sldMk cId="2247287885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970BC-ADE9-480A-8CD3-504ABDA03AA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E262D-9618-4856-836A-ACB12060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Exemple : (18, 2): 5.8 = "Chauffer à 18°C vaut 5.8"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E262D-9618-4856-836A-ACB1206049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9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771480"/>
            <a:ext cx="6379200" cy="296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;p11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Google Shape;58;p11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1;p13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" name="Google Shape;62;p13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28600" y="399240"/>
            <a:ext cx="3280320" cy="280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074840" y="22370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4592880" y="1215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074840" y="2747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592880" y="32583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4074840" y="705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4592880" y="1726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title"/>
          </p:nvPr>
        </p:nvSpPr>
        <p:spPr>
          <a:xfrm>
            <a:off x="4074840" y="3769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title"/>
          </p:nvPr>
        </p:nvSpPr>
        <p:spPr>
          <a:xfrm>
            <a:off x="4592880" y="4279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0"/>
          <p:cNvSpPr>
            <a:spLocks noGrp="1"/>
          </p:cNvSpPr>
          <p:nvPr>
            <p:ph type="body"/>
          </p:nvPr>
        </p:nvSpPr>
        <p:spPr>
          <a:xfrm rot="21540000">
            <a:off x="247680" y="2378880"/>
            <a:ext cx="3279960" cy="2247840"/>
          </a:xfrm>
          <a:prstGeom prst="rect">
            <a:avLst/>
          </a:prstGeom>
          <a:noFill/>
          <a:ln w="0">
            <a:noFill/>
          </a:ln>
          <a:effectLst>
            <a:outerShdw blurRad="128520" dist="66343" dir="8337618" rotWithShape="0">
              <a:srgbClr val="000000">
                <a:alpha val="42000"/>
              </a:srgbClr>
            </a:outerShdw>
          </a:effectLst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82;p14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" name="Google Shape;83;p14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3063240"/>
            <a:ext cx="3400200" cy="185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7;p15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8;p15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567880"/>
            <a:ext cx="3374640" cy="196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 rot="60000">
            <a:off x="3957840" y="627840"/>
            <a:ext cx="4852440" cy="2030400"/>
          </a:xfrm>
          <a:prstGeom prst="rect">
            <a:avLst/>
          </a:prstGeom>
          <a:noFill/>
          <a:ln w="0">
            <a:noFill/>
          </a:ln>
          <a:effectLst>
            <a:outerShdw blurRad="128520" dist="57017" dir="5161048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93;p16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8600" y="3992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8" name="Google Shape;95;p16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7;p17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98;p17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01520" y="399240"/>
            <a:ext cx="24991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8;p18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" name="Google Shape;109;p18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2490840"/>
            <a:ext cx="3196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18;p19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Google Shape;119;p19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927960" y="1358640"/>
            <a:ext cx="23342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927960" y="3133080"/>
            <a:ext cx="23342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6345000" y="1358640"/>
            <a:ext cx="23342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6345000" y="3133080"/>
            <a:ext cx="23342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title"/>
          </p:nvPr>
        </p:nvSpPr>
        <p:spPr>
          <a:xfrm>
            <a:off x="228600" y="704160"/>
            <a:ext cx="2894400" cy="11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31;p20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3" name="Google Shape;132;p20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18360" y="1142280"/>
            <a:ext cx="5281920" cy="23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Google Shape;135;p20"/>
          <p:cNvSpPr/>
          <p:nvPr/>
        </p:nvSpPr>
        <p:spPr>
          <a:xfrm>
            <a:off x="228600" y="3707280"/>
            <a:ext cx="31701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3;p3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Google Shape;14;p3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121120"/>
            <a:ext cx="3329640" cy="279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6806160" y="906480"/>
            <a:ext cx="2109240" cy="15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2600" b="0" u="none" strike="noStrike">
                <a:solidFill>
                  <a:schemeClr val="accent2"/>
                </a:solidFill>
                <a:effectLst/>
                <a:uFillTx/>
                <a:latin typeface="Xanh Mono"/>
                <a:ea typeface="Xanh Mono"/>
              </a:rPr>
              <a:t>xx%</a:t>
            </a:r>
            <a:endParaRPr lang="fr-FR" sz="1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 rot="21540000">
            <a:off x="321120" y="699120"/>
            <a:ext cx="3409200" cy="1391760"/>
          </a:xfrm>
          <a:prstGeom prst="rect">
            <a:avLst/>
          </a:prstGeom>
          <a:noFill/>
          <a:ln w="0">
            <a:noFill/>
          </a:ln>
          <a:effectLst>
            <a:outerShdw blurRad="128520" dist="56894" dir="833089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37;p21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" name="Google Shape;138;p21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40;p22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4" name="Google Shape;141;p22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9;p4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8" name="Google Shape;22;p4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4;p5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Google Shape;25;p5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399240"/>
            <a:ext cx="2591280" cy="232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2;p6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9680" y="399240"/>
            <a:ext cx="86853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4" name="Google Shape;34;p6"/>
          <p:cNvCxnSpPr/>
          <p:nvPr/>
        </p:nvCxnSpPr>
        <p:spPr>
          <a:xfrm flipH="1">
            <a:off x="235800" y="405360"/>
            <a:ext cx="868824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36;p7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9" name="Google Shape;40;p7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42;p8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2" name="Google Shape;44;p8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46;p9"/>
          <p:cNvPicPr/>
          <p:nvPr/>
        </p:nvPicPr>
        <p:blipFill>
          <a:blip r:embed="rId2"/>
          <a:stretch/>
        </p:blipFill>
        <p:spPr>
          <a:xfrm>
            <a:off x="0" y="360"/>
            <a:ext cx="914364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5" name="Google Shape;50;p9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228600" y="399240"/>
            <a:ext cx="3768840" cy="38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4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5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996-1073/15/8/283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89888" y="2073782"/>
            <a:ext cx="5043488" cy="12403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79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Q-Learning</a:t>
            </a:r>
            <a:endParaRPr lang="fr-FR" sz="7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6124680" y="4191120"/>
            <a:ext cx="279036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Roboto Mono"/>
              </a:rPr>
              <a:t>Samir HAMOUDA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Meow Script"/>
              </a:rPr>
              <a:t>Raouf OCHI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Meow Script"/>
            </a:endParaRPr>
          </a:p>
        </p:txBody>
      </p:sp>
      <p:sp>
        <p:nvSpPr>
          <p:cNvPr id="85" name="Google Shape;159;p27"/>
          <p:cNvSpPr/>
          <p:nvPr/>
        </p:nvSpPr>
        <p:spPr>
          <a:xfrm>
            <a:off x="6762600" y="228600"/>
            <a:ext cx="2152440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dirty="0">
                <a:solidFill>
                  <a:schemeClr val="dk1"/>
                </a:solidFill>
                <a:latin typeface="Arial"/>
              </a:rPr>
              <a:t>Novembre</a:t>
            </a:r>
            <a:r>
              <a:rPr lang="en" sz="1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2025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86" name="Google Shape;160;p27"/>
          <p:cNvCxnSpPr/>
          <p:nvPr/>
        </p:nvCxnSpPr>
        <p:spPr>
          <a:xfrm flipH="1">
            <a:off x="229680" y="399240"/>
            <a:ext cx="86878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87" name="Google Shape;161;p27"/>
          <p:cNvSpPr/>
          <p:nvPr/>
        </p:nvSpPr>
        <p:spPr>
          <a:xfrm>
            <a:off x="1406026" y="1532810"/>
            <a:ext cx="5757919" cy="2010334"/>
          </a:xfrm>
          <a:custGeom>
            <a:avLst/>
            <a:gdLst>
              <a:gd name="textAreaLeft" fmla="*/ 0 w 5268600"/>
              <a:gd name="textAreaRight" fmla="*/ 5268960 w 5268600"/>
              <a:gd name="textAreaTop" fmla="*/ 0 h 1128960"/>
              <a:gd name="textAreaBottom" fmla="*/ 1129320 h 1128960"/>
            </a:gdLst>
            <a:ahLst/>
            <a:cxnLst/>
            <a:rect l="textAreaLeft" t="textAreaTop" r="textAreaRight" b="textAreaBottom"/>
            <a:pathLst>
              <a:path w="210754" h="45168">
                <a:moveTo>
                  <a:pt x="159093" y="741"/>
                </a:moveTo>
                <a:cubicBezTo>
                  <a:pt x="137564" y="2100"/>
                  <a:pt x="55441" y="2265"/>
                  <a:pt x="29919" y="8892"/>
                </a:cubicBezTo>
                <a:cubicBezTo>
                  <a:pt x="4397" y="15520"/>
                  <a:pt x="-8322" y="34537"/>
                  <a:pt x="5962" y="40506"/>
                </a:cubicBezTo>
                <a:cubicBezTo>
                  <a:pt x="20246" y="46475"/>
                  <a:pt x="83392" y="45199"/>
                  <a:pt x="115624" y="44705"/>
                </a:cubicBezTo>
                <a:cubicBezTo>
                  <a:pt x="147856" y="44211"/>
                  <a:pt x="185686" y="43346"/>
                  <a:pt x="199352" y="37542"/>
                </a:cubicBezTo>
                <a:cubicBezTo>
                  <a:pt x="213019" y="31738"/>
                  <a:pt x="216641" y="16137"/>
                  <a:pt x="197623" y="9880"/>
                </a:cubicBezTo>
                <a:cubicBezTo>
                  <a:pt x="178605" y="3623"/>
                  <a:pt x="103974" y="1647"/>
                  <a:pt x="85244" y="0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162;p27"/>
          <p:cNvSpPr/>
          <p:nvPr/>
        </p:nvSpPr>
        <p:spPr>
          <a:xfrm>
            <a:off x="5820840" y="4151880"/>
            <a:ext cx="305280" cy="703440"/>
          </a:xfrm>
          <a:custGeom>
            <a:avLst/>
            <a:gdLst>
              <a:gd name="textAreaLeft" fmla="*/ 0 w 305280"/>
              <a:gd name="textAreaRight" fmla="*/ 305640 w 305280"/>
              <a:gd name="textAreaTop" fmla="*/ 0 h 703440"/>
              <a:gd name="textAreaBottom" fmla="*/ 703800 h 703440"/>
            </a:gdLst>
            <a:ahLst/>
            <a:cxnLst/>
            <a:rect l="textAreaLeft" t="textAreaTop" r="textAreaRight" b="textAreaBottom"/>
            <a:pathLst>
              <a:path w="12222" h="28157">
                <a:moveTo>
                  <a:pt x="12222" y="0"/>
                </a:moveTo>
                <a:cubicBezTo>
                  <a:pt x="10187" y="2849"/>
                  <a:pt x="4706" y="3437"/>
                  <a:pt x="4319" y="6916"/>
                </a:cubicBezTo>
                <a:cubicBezTo>
                  <a:pt x="4008" y="9712"/>
                  <a:pt x="8541" y="12303"/>
                  <a:pt x="7283" y="14819"/>
                </a:cubicBezTo>
                <a:cubicBezTo>
                  <a:pt x="5920" y="17545"/>
                  <a:pt x="1483" y="17774"/>
                  <a:pt x="120" y="20500"/>
                </a:cubicBezTo>
                <a:cubicBezTo>
                  <a:pt x="-835" y="22410"/>
                  <a:pt x="5801" y="21328"/>
                  <a:pt x="5801" y="23464"/>
                </a:cubicBezTo>
                <a:cubicBezTo>
                  <a:pt x="5801" y="25920"/>
                  <a:pt x="897" y="25827"/>
                  <a:pt x="120" y="28157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D0A022-6297-4804-B52A-66CB167631EB}"/>
              </a:ext>
            </a:extLst>
          </p:cNvPr>
          <p:cNvSpPr txBox="1"/>
          <p:nvPr/>
        </p:nvSpPr>
        <p:spPr>
          <a:xfrm>
            <a:off x="857251" y="570240"/>
            <a:ext cx="6715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dirty="0"/>
          </a:p>
          <a:p>
            <a:r>
              <a:rPr lang="fr-CA" dirty="0"/>
              <a:t> </a:t>
            </a:r>
            <a:r>
              <a:rPr lang="fr-CA" sz="3600" dirty="0">
                <a:latin typeface="Meow Script"/>
              </a:rPr>
              <a:t>CONTRÔLE DE TEMPÉRATURE PAR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29866" y="494206"/>
            <a:ext cx="3400200" cy="6592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Introduction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133880" y="619199"/>
            <a:ext cx="4781160" cy="27078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projet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utilise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</a:t>
            </a:r>
            <a:r>
              <a:rPr lang="en-US" sz="1400" b="0" i="1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apprentissage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par </a:t>
            </a:r>
            <a:r>
              <a:rPr lang="en-US" sz="1400" b="0" i="1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renforcement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avec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Roboto Mono"/>
                <a:ea typeface="Roboto Mono"/>
              </a:rPr>
              <a:t>(Q-Learning) 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pour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maintenir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une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température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stable entre 20 et 22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degrés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L’agent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apprend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par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essais-erreurs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sans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règles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préprogrammées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pour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minimiser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consommation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énergétique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tout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répondant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aux variations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naturelles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et externes du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systè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270;p32"/>
          <p:cNvSpPr/>
          <p:nvPr/>
        </p:nvSpPr>
        <p:spPr>
          <a:xfrm>
            <a:off x="4460206" y="4108501"/>
            <a:ext cx="3451320" cy="415800"/>
          </a:xfrm>
          <a:custGeom>
            <a:avLst/>
            <a:gdLst>
              <a:gd name="textAreaLeft" fmla="*/ 0 w 3451320"/>
              <a:gd name="textAreaRight" fmla="*/ 3451680 w 345132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138066" h="16645">
                <a:moveTo>
                  <a:pt x="0" y="8716"/>
                </a:moveTo>
                <a:cubicBezTo>
                  <a:pt x="5022" y="7275"/>
                  <a:pt x="25563" y="-504"/>
                  <a:pt x="30132" y="72"/>
                </a:cubicBezTo>
                <a:cubicBezTo>
                  <a:pt x="34701" y="648"/>
                  <a:pt x="23341" y="11022"/>
                  <a:pt x="27416" y="12174"/>
                </a:cubicBezTo>
                <a:cubicBezTo>
                  <a:pt x="31491" y="13327"/>
                  <a:pt x="49439" y="6822"/>
                  <a:pt x="54584" y="6987"/>
                </a:cubicBezTo>
                <a:cubicBezTo>
                  <a:pt x="59730" y="7152"/>
                  <a:pt x="52361" y="12874"/>
                  <a:pt x="58289" y="13162"/>
                </a:cubicBezTo>
                <a:cubicBezTo>
                  <a:pt x="64217" y="13450"/>
                  <a:pt x="79324" y="8140"/>
                  <a:pt x="90150" y="8716"/>
                </a:cubicBezTo>
                <a:cubicBezTo>
                  <a:pt x="100976" y="9292"/>
                  <a:pt x="115260" y="16414"/>
                  <a:pt x="123246" y="16620"/>
                </a:cubicBezTo>
                <a:cubicBezTo>
                  <a:pt x="131232" y="16826"/>
                  <a:pt x="135596" y="11063"/>
                  <a:pt x="138066" y="995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0D7FB9F-CB74-4F99-87A7-82BE6E5B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79" y="1153468"/>
            <a:ext cx="3108292" cy="3889660"/>
          </a:xfrm>
          <a:prstGeom prst="rect">
            <a:avLst/>
          </a:prstGeom>
        </p:spPr>
      </p:pic>
      <p:sp>
        <p:nvSpPr>
          <p:cNvPr id="3" name="Google Shape;250;p30">
            <a:extLst>
              <a:ext uri="{FF2B5EF4-FFF2-40B4-BE49-F238E27FC236}">
                <a16:creationId xmlns:a16="http://schemas.microsoft.com/office/drawing/2014/main" id="{8484CB6B-3AE5-2722-46F1-45B97D53778C}"/>
              </a:ext>
            </a:extLst>
          </p:cNvPr>
          <p:cNvSpPr/>
          <p:nvPr/>
        </p:nvSpPr>
        <p:spPr>
          <a:xfrm>
            <a:off x="671179" y="1054827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2;p30">
            <a:extLst>
              <a:ext uri="{FF2B5EF4-FFF2-40B4-BE49-F238E27FC236}">
                <a16:creationId xmlns:a16="http://schemas.microsoft.com/office/drawing/2014/main" id="{D39070BC-5348-890A-65FB-CA8076B70410}"/>
              </a:ext>
            </a:extLst>
          </p:cNvPr>
          <p:cNvSpPr/>
          <p:nvPr/>
        </p:nvSpPr>
        <p:spPr>
          <a:xfrm>
            <a:off x="3770015" y="1054827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3;p30">
            <a:extLst>
              <a:ext uri="{FF2B5EF4-FFF2-40B4-BE49-F238E27FC236}">
                <a16:creationId xmlns:a16="http://schemas.microsoft.com/office/drawing/2014/main" id="{C72EA5A3-C08B-48C8-6F16-27CB6CBA29D8}"/>
              </a:ext>
            </a:extLst>
          </p:cNvPr>
          <p:cNvSpPr/>
          <p:nvPr/>
        </p:nvSpPr>
        <p:spPr>
          <a:xfrm>
            <a:off x="3689735" y="4905674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251;p30">
            <a:extLst>
              <a:ext uri="{FF2B5EF4-FFF2-40B4-BE49-F238E27FC236}">
                <a16:creationId xmlns:a16="http://schemas.microsoft.com/office/drawing/2014/main" id="{54EE8C7D-6904-9D1C-35B3-B44E94DC42B9}"/>
              </a:ext>
            </a:extLst>
          </p:cNvPr>
          <p:cNvSpPr/>
          <p:nvPr/>
        </p:nvSpPr>
        <p:spPr>
          <a:xfrm>
            <a:off x="736075" y="4868594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263;p31"/>
          <p:cNvSpPr/>
          <p:nvPr/>
        </p:nvSpPr>
        <p:spPr>
          <a:xfrm>
            <a:off x="6375893" y="621531"/>
            <a:ext cx="2505600" cy="2053080"/>
          </a:xfrm>
          <a:custGeom>
            <a:avLst/>
            <a:gdLst>
              <a:gd name="textAreaLeft" fmla="*/ 0 w 2505600"/>
              <a:gd name="textAreaRight" fmla="*/ 2505960 w 2505600"/>
              <a:gd name="textAreaTop" fmla="*/ 0 h 2053080"/>
              <a:gd name="textAreaBottom" fmla="*/ 2053440 h 2053080"/>
            </a:gdLst>
            <a:ahLst/>
            <a:cxnLst/>
            <a:rect l="textAreaLeft" t="textAreaTop" r="textAreaRight" b="textAreaBottom"/>
            <a:pathLst>
              <a:path w="100232" h="82132">
                <a:moveTo>
                  <a:pt x="10081" y="0"/>
                </a:moveTo>
                <a:cubicBezTo>
                  <a:pt x="9381" y="12679"/>
                  <a:pt x="-9142" y="63188"/>
                  <a:pt x="5883" y="76072"/>
                </a:cubicBezTo>
                <a:cubicBezTo>
                  <a:pt x="20908" y="88957"/>
                  <a:pt x="84507" y="77101"/>
                  <a:pt x="100232" y="77307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CB98823-184F-4057-92E6-12855DE2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56" y="661546"/>
            <a:ext cx="2365410" cy="2053080"/>
          </a:xfrm>
        </p:spPr>
        <p:txBody>
          <a:bodyPr/>
          <a:lstStyle/>
          <a:p>
            <a:pPr algn="just"/>
            <a:r>
              <a:rPr lang="en-CA" dirty="0"/>
              <a:t>PID </a:t>
            </a:r>
            <a:br>
              <a:rPr lang="en-CA" dirty="0"/>
            </a:br>
            <a:r>
              <a:rPr lang="en-CA" dirty="0"/>
              <a:t>vs </a:t>
            </a:r>
            <a:br>
              <a:rPr lang="en-CA" dirty="0"/>
            </a:br>
            <a:r>
              <a:rPr lang="en-CA" dirty="0"/>
              <a:t>    RL </a:t>
            </a: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7C6B212-4A4E-444E-854C-19210FDF7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4" y="457200"/>
            <a:ext cx="3730693" cy="44984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1E025B0-2170-40AA-BE18-522402A37ED4}"/>
              </a:ext>
            </a:extLst>
          </p:cNvPr>
          <p:cNvSpPr txBox="1"/>
          <p:nvPr/>
        </p:nvSpPr>
        <p:spPr>
          <a:xfrm>
            <a:off x="3947018" y="2870430"/>
            <a:ext cx="48577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200">
                <a:latin typeface="Roboto Mono"/>
              </a:defRPr>
            </a:lvl1pPr>
          </a:lstStyle>
          <a:p>
            <a:r>
              <a:rPr lang="fr-CA" dirty="0"/>
              <a:t>L'RL surpasse le PID par son adaptabilité automatique aux changements imprévus, sa maîtrise des systèmes non linéaires/multi-objectifs complexes, et son optimisation globale à long terme via exploration, contrairement au PID fixe et réactif.</a:t>
            </a:r>
          </a:p>
          <a:p>
            <a:r>
              <a:rPr lang="fr-CA" dirty="0"/>
              <a:t>Voici un article scientifique récent qui compare en détail les contrôleurs PID et l'apprentissage par renforcement (Deep RL) dans un contexte d'énergie solaire.</a:t>
            </a:r>
          </a:p>
          <a:p>
            <a:endParaRPr lang="fr-CA" dirty="0"/>
          </a:p>
          <a:p>
            <a:r>
              <a:rPr lang="fr-CA" dirty="0">
                <a:hlinkClick r:id="rId3"/>
              </a:rPr>
              <a:t>Lien :https://www.mdpi.com/1996-1073/15/8/2834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105235-484A-4572-B8B3-BB3E54A098C4}"/>
              </a:ext>
            </a:extLst>
          </p:cNvPr>
          <p:cNvSpPr txBox="1"/>
          <p:nvPr/>
        </p:nvSpPr>
        <p:spPr>
          <a:xfrm>
            <a:off x="3947018" y="621531"/>
            <a:ext cx="22680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dirty="0">
                <a:latin typeface="Roboto Mono"/>
              </a:rPr>
              <a:t>Le PID (Proportionnel-Intégral-Dérivé) ou asservissement et régulation est un contrôleur automatique qui fait en sorte qu'un système (comme un moteur ou un thermostat) suive une valeur cible</a:t>
            </a:r>
          </a:p>
        </p:txBody>
      </p:sp>
      <p:sp>
        <p:nvSpPr>
          <p:cNvPr id="2" name="Google Shape;250;p30">
            <a:extLst>
              <a:ext uri="{FF2B5EF4-FFF2-40B4-BE49-F238E27FC236}">
                <a16:creationId xmlns:a16="http://schemas.microsoft.com/office/drawing/2014/main" id="{4EB46CB9-49FB-8B19-40AA-23B0D6D08505}"/>
              </a:ext>
            </a:extLst>
          </p:cNvPr>
          <p:cNvSpPr/>
          <p:nvPr/>
        </p:nvSpPr>
        <p:spPr>
          <a:xfrm>
            <a:off x="96343" y="424251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252;p30">
            <a:extLst>
              <a:ext uri="{FF2B5EF4-FFF2-40B4-BE49-F238E27FC236}">
                <a16:creationId xmlns:a16="http://schemas.microsoft.com/office/drawing/2014/main" id="{DC0A1F3A-264E-7697-C2E5-A0C3199933B4}"/>
              </a:ext>
            </a:extLst>
          </p:cNvPr>
          <p:cNvSpPr/>
          <p:nvPr/>
        </p:nvSpPr>
        <p:spPr>
          <a:xfrm>
            <a:off x="3745265" y="407909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3;p30">
            <a:extLst>
              <a:ext uri="{FF2B5EF4-FFF2-40B4-BE49-F238E27FC236}">
                <a16:creationId xmlns:a16="http://schemas.microsoft.com/office/drawing/2014/main" id="{90EB8DE3-3497-BAD8-2C77-474AF99F950D}"/>
              </a:ext>
            </a:extLst>
          </p:cNvPr>
          <p:cNvSpPr/>
          <p:nvPr/>
        </p:nvSpPr>
        <p:spPr>
          <a:xfrm>
            <a:off x="3675578" y="4841504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251;p30">
            <a:extLst>
              <a:ext uri="{FF2B5EF4-FFF2-40B4-BE49-F238E27FC236}">
                <a16:creationId xmlns:a16="http://schemas.microsoft.com/office/drawing/2014/main" id="{0DA7A4B4-2F0D-FFED-4467-CE7C930F3025}"/>
              </a:ext>
            </a:extLst>
          </p:cNvPr>
          <p:cNvSpPr/>
          <p:nvPr/>
        </p:nvSpPr>
        <p:spPr>
          <a:xfrm>
            <a:off x="157841" y="4804424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28600" y="306720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Xanh Mono"/>
              </a:rPr>
              <a:t>Objectif et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Xanh Mono"/>
              </a:rPr>
              <a:t>contexte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Xanh Mono"/>
              </a:rPr>
              <a:t> du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Xanh Mono"/>
              </a:rPr>
              <a:t>projet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Roboto Mono"/>
            </a:endParaRPr>
          </a:p>
        </p:txBody>
      </p:sp>
      <p:sp>
        <p:nvSpPr>
          <p:cNvPr id="99" name="Google Shape;270;p32"/>
          <p:cNvSpPr/>
          <p:nvPr/>
        </p:nvSpPr>
        <p:spPr>
          <a:xfrm>
            <a:off x="6021720" y="3628080"/>
            <a:ext cx="3451320" cy="415800"/>
          </a:xfrm>
          <a:custGeom>
            <a:avLst/>
            <a:gdLst>
              <a:gd name="textAreaLeft" fmla="*/ 0 w 3451320"/>
              <a:gd name="textAreaRight" fmla="*/ 3451680 w 345132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138066" h="16645">
                <a:moveTo>
                  <a:pt x="0" y="8716"/>
                </a:moveTo>
                <a:cubicBezTo>
                  <a:pt x="5022" y="7275"/>
                  <a:pt x="25563" y="-504"/>
                  <a:pt x="30132" y="72"/>
                </a:cubicBezTo>
                <a:cubicBezTo>
                  <a:pt x="34701" y="648"/>
                  <a:pt x="23341" y="11022"/>
                  <a:pt x="27416" y="12174"/>
                </a:cubicBezTo>
                <a:cubicBezTo>
                  <a:pt x="31491" y="13327"/>
                  <a:pt x="49439" y="6822"/>
                  <a:pt x="54584" y="6987"/>
                </a:cubicBezTo>
                <a:cubicBezTo>
                  <a:pt x="59730" y="7152"/>
                  <a:pt x="52361" y="12874"/>
                  <a:pt x="58289" y="13162"/>
                </a:cubicBezTo>
                <a:cubicBezTo>
                  <a:pt x="64217" y="13450"/>
                  <a:pt x="79324" y="8140"/>
                  <a:pt x="90150" y="8716"/>
                </a:cubicBezTo>
                <a:cubicBezTo>
                  <a:pt x="100976" y="9292"/>
                  <a:pt x="115260" y="16414"/>
                  <a:pt x="123246" y="16620"/>
                </a:cubicBezTo>
                <a:cubicBezTo>
                  <a:pt x="131232" y="16826"/>
                  <a:pt x="135596" y="11063"/>
                  <a:pt x="138066" y="995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E78CC64-D755-47D3-9566-F88C71174F6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89490" y="868467"/>
            <a:ext cx="52789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Objectif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 : Réguler la température dans une plage de confort (20-22°C) </a:t>
            </a:r>
            <a:r>
              <a:rPr lang="fr-FR" altLang="fr-FR" sz="1400" dirty="0">
                <a:latin typeface="Roboto Mono"/>
              </a:rPr>
              <a:t>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tout en minimisant la consommation énergétique.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Mono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Contexte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 : Simulation d'un environnement dynamique (chambre) </a:t>
            </a:r>
            <a:r>
              <a:rPr lang="fr-FR" altLang="fr-FR" sz="1400" dirty="0">
                <a:latin typeface="Roboto Mono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où un agent RL s'adapte via observations, décisions et récompenses.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Mono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Approche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Mono"/>
              </a:rPr>
              <a:t> : Q-Learning pour modéliser états (températures discrètes) et actions (chauffer/refroidir/rien).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7640FA-F0F7-4FE6-AB35-63453243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202" y="542517"/>
            <a:ext cx="3400200" cy="4381563"/>
          </a:xfrm>
          <a:prstGeom prst="rect">
            <a:avLst/>
          </a:prstGeom>
        </p:spPr>
      </p:pic>
      <p:sp>
        <p:nvSpPr>
          <p:cNvPr id="2" name="Google Shape;250;p30">
            <a:extLst>
              <a:ext uri="{FF2B5EF4-FFF2-40B4-BE49-F238E27FC236}">
                <a16:creationId xmlns:a16="http://schemas.microsoft.com/office/drawing/2014/main" id="{7CB0A20E-967E-0E14-94BB-6960EE48C94C}"/>
              </a:ext>
            </a:extLst>
          </p:cNvPr>
          <p:cNvSpPr/>
          <p:nvPr/>
        </p:nvSpPr>
        <p:spPr>
          <a:xfrm>
            <a:off x="5440918" y="470383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252;p30">
            <a:extLst>
              <a:ext uri="{FF2B5EF4-FFF2-40B4-BE49-F238E27FC236}">
                <a16:creationId xmlns:a16="http://schemas.microsoft.com/office/drawing/2014/main" id="{B211D708-A28C-C9C9-CDD5-2E1AD8F51764}"/>
              </a:ext>
            </a:extLst>
          </p:cNvPr>
          <p:cNvSpPr/>
          <p:nvPr/>
        </p:nvSpPr>
        <p:spPr>
          <a:xfrm>
            <a:off x="8798526" y="470383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3;p30">
            <a:extLst>
              <a:ext uri="{FF2B5EF4-FFF2-40B4-BE49-F238E27FC236}">
                <a16:creationId xmlns:a16="http://schemas.microsoft.com/office/drawing/2014/main" id="{277D685D-101B-0CC3-EF0A-B338FCE0AF1B}"/>
              </a:ext>
            </a:extLst>
          </p:cNvPr>
          <p:cNvSpPr/>
          <p:nvPr/>
        </p:nvSpPr>
        <p:spPr>
          <a:xfrm>
            <a:off x="8718246" y="4767974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251;p30">
            <a:extLst>
              <a:ext uri="{FF2B5EF4-FFF2-40B4-BE49-F238E27FC236}">
                <a16:creationId xmlns:a16="http://schemas.microsoft.com/office/drawing/2014/main" id="{2AFD3A7F-7156-D9AF-67A8-7F7AF681B956}"/>
              </a:ext>
            </a:extLst>
          </p:cNvPr>
          <p:cNvSpPr/>
          <p:nvPr/>
        </p:nvSpPr>
        <p:spPr>
          <a:xfrm>
            <a:off x="5440918" y="4730894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62969" y="494042"/>
            <a:ext cx="3400200" cy="20896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Fonctionnement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de Q-Learning et de la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stratégie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Xanh Mono"/>
                <a:ea typeface="Xanh Mono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Meow Script"/>
              </a:rPr>
              <a:t>epsilon-greedy</a:t>
            </a:r>
            <a:endParaRPr lang="fr-FR" sz="3200" dirty="0">
              <a:solidFill>
                <a:schemeClr val="dk1"/>
              </a:solidFill>
              <a:latin typeface="Meow Scrip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336564" y="2488165"/>
            <a:ext cx="478116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L’algorithme Q-Learning s’appuie sur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une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Q-table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qui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évalue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chaque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action dans un état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donné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et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s’actualise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pour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optimiser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stratégie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méthode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epsilon-greedy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offre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un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équilibre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entre exploration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aléatoire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et exploitation des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meilleures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actions,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améliorant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ainsi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l’apprentissage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progressif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l’agent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3B1795-27FE-443E-9628-42364779E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470" y="499915"/>
            <a:ext cx="3363855" cy="4476268"/>
          </a:xfrm>
          <a:prstGeom prst="rect">
            <a:avLst/>
          </a:prstGeom>
        </p:spPr>
      </p:pic>
      <p:sp>
        <p:nvSpPr>
          <p:cNvPr id="2" name="Google Shape;250;p30">
            <a:extLst>
              <a:ext uri="{FF2B5EF4-FFF2-40B4-BE49-F238E27FC236}">
                <a16:creationId xmlns:a16="http://schemas.microsoft.com/office/drawing/2014/main" id="{B7480FA6-8AFF-A66E-B5FB-74153AC18E78}"/>
              </a:ext>
            </a:extLst>
          </p:cNvPr>
          <p:cNvSpPr/>
          <p:nvPr/>
        </p:nvSpPr>
        <p:spPr>
          <a:xfrm>
            <a:off x="5416081" y="455362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252;p30">
            <a:extLst>
              <a:ext uri="{FF2B5EF4-FFF2-40B4-BE49-F238E27FC236}">
                <a16:creationId xmlns:a16="http://schemas.microsoft.com/office/drawing/2014/main" id="{5D0F6D0F-BBE2-3E46-2180-CCED00D27093}"/>
              </a:ext>
            </a:extLst>
          </p:cNvPr>
          <p:cNvSpPr/>
          <p:nvPr/>
        </p:nvSpPr>
        <p:spPr>
          <a:xfrm>
            <a:off x="8739230" y="454050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3;p30">
            <a:extLst>
              <a:ext uri="{FF2B5EF4-FFF2-40B4-BE49-F238E27FC236}">
                <a16:creationId xmlns:a16="http://schemas.microsoft.com/office/drawing/2014/main" id="{AE6B514C-0ADE-D091-EB50-30D8B682058D}"/>
              </a:ext>
            </a:extLst>
          </p:cNvPr>
          <p:cNvSpPr/>
          <p:nvPr/>
        </p:nvSpPr>
        <p:spPr>
          <a:xfrm>
            <a:off x="8685182" y="4865465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1;p30">
            <a:extLst>
              <a:ext uri="{FF2B5EF4-FFF2-40B4-BE49-F238E27FC236}">
                <a16:creationId xmlns:a16="http://schemas.microsoft.com/office/drawing/2014/main" id="{6C623718-613B-9625-2B6B-2BE74559361E}"/>
              </a:ext>
            </a:extLst>
          </p:cNvPr>
          <p:cNvSpPr/>
          <p:nvPr/>
        </p:nvSpPr>
        <p:spPr>
          <a:xfrm>
            <a:off x="5393596" y="4828385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7150E-F6A5-4D95-8296-E9FEB000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07" y="3924425"/>
            <a:ext cx="2854277" cy="999844"/>
          </a:xfrm>
        </p:spPr>
        <p:txBody>
          <a:bodyPr anchor="ctr">
            <a:normAutofit fontScale="90000"/>
          </a:bodyPr>
          <a:lstStyle/>
          <a:p>
            <a:r>
              <a:rPr lang="fr-CA" sz="2600" dirty="0">
                <a:solidFill>
                  <a:schemeClr val="dk1"/>
                </a:solidFill>
              </a:rPr>
              <a:t>Modélisation de l'Environnement</a:t>
            </a:r>
            <a:br>
              <a:rPr lang="fr-CA" sz="2600" dirty="0">
                <a:solidFill>
                  <a:schemeClr val="dk1"/>
                </a:solidFill>
              </a:rPr>
            </a:br>
            <a:endParaRPr lang="fr-CA" sz="2600" dirty="0">
              <a:solidFill>
                <a:schemeClr val="dk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204644-CEC0-4052-A95D-557469EE0D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371110" y="467169"/>
            <a:ext cx="4428116" cy="4457100"/>
          </a:xfrm>
          <a:prstGeom prst="rect">
            <a:avLst/>
          </a:pr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fr-FR" sz="1400" b="1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Chambre </a:t>
            </a:r>
            <a:r>
              <a:rPr kumimoji="0" lang="en-US" altLang="fr-FR" sz="1400" b="1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simulée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: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Température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initiale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aléatoire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(15-28°C) ; steps = 50 par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épisode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(200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épisodes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). </a:t>
            </a:r>
          </a:p>
          <a:p>
            <a:pPr marL="0" indent="0" fontAlgn="base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fr-FR" sz="1400" b="0" i="0" u="none" strike="noStrike" kern="1200" cap="none" normalizeH="0" baseline="0" dirty="0">
              <a:ln>
                <a:noFill/>
              </a:ln>
              <a:solidFill>
                <a:schemeClr val="dk1"/>
              </a:solidFill>
              <a:effectLst/>
            </a:endParaRP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fr-FR" sz="1400" b="1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États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: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Température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discrétisée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(round(temp)). </a:t>
            </a:r>
          </a:p>
          <a:p>
            <a:pPr marL="0" indent="0" fontAlgn="base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fr-FR" sz="1400" b="0" i="0" u="none" strike="noStrike" kern="1200" cap="none" normalizeH="0" baseline="0" dirty="0">
              <a:ln>
                <a:noFill/>
              </a:ln>
              <a:solidFill>
                <a:schemeClr val="dk1"/>
              </a:solidFill>
              <a:effectLst/>
            </a:endParaRP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fr-FR" sz="1400" b="1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Actions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: 0=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Refroidir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(-2°C), 1=Rien (0), 2=Chauffer (+2°C) + bruit naturel (±0.5°C). </a:t>
            </a:r>
          </a:p>
          <a:p>
            <a:pPr marL="0" indent="0" fontAlgn="base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fr-FR" sz="1400" b="0" i="0" u="none" strike="noStrike" kern="1200" cap="none" normalizeH="0" baseline="0" dirty="0">
              <a:ln>
                <a:noFill/>
              </a:ln>
              <a:solidFill>
                <a:schemeClr val="dk1"/>
              </a:solidFill>
              <a:effectLst/>
            </a:endParaRP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fr-FR" sz="1400" b="1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Récompenses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: +10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si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 20-22°C ; -1 </a:t>
            </a:r>
            <a:r>
              <a:rPr kumimoji="0" lang="en-US" altLang="fr-FR" sz="1400" b="0" i="0" u="none" strike="noStrike" kern="1200" cap="none" normalizeH="0" baseline="0" dirty="0" err="1">
                <a:ln>
                  <a:noFill/>
                </a:ln>
                <a:solidFill>
                  <a:schemeClr val="dk1"/>
                </a:solidFill>
                <a:effectLst/>
              </a:rPr>
              <a:t>sinon</a:t>
            </a:r>
            <a:r>
              <a:rPr kumimoji="0" lang="en-US" altLang="fr-FR" sz="1400" b="0" i="0" u="none" strike="noStrike" kern="1200" cap="none" normalizeH="0" baseline="0" dirty="0">
                <a:ln>
                  <a:noFill/>
                </a:ln>
                <a:solidFill>
                  <a:schemeClr val="dk1"/>
                </a:solidFill>
                <a:effectLst/>
              </a:rPr>
              <a:t>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9A9BC1-1BC2-49CB-A942-036405A69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13" r="-3" b="19678"/>
          <a:stretch>
            <a:fillRect/>
          </a:stretch>
        </p:blipFill>
        <p:spPr>
          <a:xfrm>
            <a:off x="218707" y="467169"/>
            <a:ext cx="3752850" cy="32644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250;p30">
            <a:extLst>
              <a:ext uri="{FF2B5EF4-FFF2-40B4-BE49-F238E27FC236}">
                <a16:creationId xmlns:a16="http://schemas.microsoft.com/office/drawing/2014/main" id="{7158A84C-3064-E0E7-64C2-D80CEA7CCCE7}"/>
              </a:ext>
            </a:extLst>
          </p:cNvPr>
          <p:cNvSpPr/>
          <p:nvPr/>
        </p:nvSpPr>
        <p:spPr>
          <a:xfrm>
            <a:off x="98175" y="368529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2;p30">
            <a:extLst>
              <a:ext uri="{FF2B5EF4-FFF2-40B4-BE49-F238E27FC236}">
                <a16:creationId xmlns:a16="http://schemas.microsoft.com/office/drawing/2014/main" id="{30316CE7-0B98-C9D7-EF32-EBA264598274}"/>
              </a:ext>
            </a:extLst>
          </p:cNvPr>
          <p:cNvSpPr/>
          <p:nvPr/>
        </p:nvSpPr>
        <p:spPr>
          <a:xfrm>
            <a:off x="3848462" y="376024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253;p30">
            <a:extLst>
              <a:ext uri="{FF2B5EF4-FFF2-40B4-BE49-F238E27FC236}">
                <a16:creationId xmlns:a16="http://schemas.microsoft.com/office/drawing/2014/main" id="{AA0CBF2C-3278-50F3-10A2-04A3F23FAC47}"/>
              </a:ext>
            </a:extLst>
          </p:cNvPr>
          <p:cNvSpPr/>
          <p:nvPr/>
        </p:nvSpPr>
        <p:spPr>
          <a:xfrm>
            <a:off x="3768182" y="3594482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270;p32">
            <a:extLst>
              <a:ext uri="{FF2B5EF4-FFF2-40B4-BE49-F238E27FC236}">
                <a16:creationId xmlns:a16="http://schemas.microsoft.com/office/drawing/2014/main" id="{1A58F1B1-17B6-E5FA-9636-2B28D5889742}"/>
              </a:ext>
            </a:extLst>
          </p:cNvPr>
          <p:cNvSpPr/>
          <p:nvPr/>
        </p:nvSpPr>
        <p:spPr>
          <a:xfrm>
            <a:off x="3315439" y="4260531"/>
            <a:ext cx="3451320" cy="415800"/>
          </a:xfrm>
          <a:custGeom>
            <a:avLst/>
            <a:gdLst>
              <a:gd name="textAreaLeft" fmla="*/ 0 w 3451320"/>
              <a:gd name="textAreaRight" fmla="*/ 3451680 w 345132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138066" h="16645">
                <a:moveTo>
                  <a:pt x="0" y="8716"/>
                </a:moveTo>
                <a:cubicBezTo>
                  <a:pt x="5022" y="7275"/>
                  <a:pt x="25563" y="-504"/>
                  <a:pt x="30132" y="72"/>
                </a:cubicBezTo>
                <a:cubicBezTo>
                  <a:pt x="34701" y="648"/>
                  <a:pt x="23341" y="11022"/>
                  <a:pt x="27416" y="12174"/>
                </a:cubicBezTo>
                <a:cubicBezTo>
                  <a:pt x="31491" y="13327"/>
                  <a:pt x="49439" y="6822"/>
                  <a:pt x="54584" y="6987"/>
                </a:cubicBezTo>
                <a:cubicBezTo>
                  <a:pt x="59730" y="7152"/>
                  <a:pt x="52361" y="12874"/>
                  <a:pt x="58289" y="13162"/>
                </a:cubicBezTo>
                <a:cubicBezTo>
                  <a:pt x="64217" y="13450"/>
                  <a:pt x="79324" y="8140"/>
                  <a:pt x="90150" y="8716"/>
                </a:cubicBezTo>
                <a:cubicBezTo>
                  <a:pt x="100976" y="9292"/>
                  <a:pt x="115260" y="16414"/>
                  <a:pt x="123246" y="16620"/>
                </a:cubicBezTo>
                <a:cubicBezTo>
                  <a:pt x="131232" y="16826"/>
                  <a:pt x="135596" y="11063"/>
                  <a:pt x="138066" y="995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C13C5-10EF-F147-5E14-0735B6E3C6CB}"/>
              </a:ext>
            </a:extLst>
          </p:cNvPr>
          <p:cNvSpPr txBox="1"/>
          <p:nvPr/>
        </p:nvSpPr>
        <p:spPr>
          <a:xfrm>
            <a:off x="4163291" y="327809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Exemple : (18, 2): 5.8 = "Chauffer à 18°C vaut 5.8"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0EC294-9CC1-4AB8-8D27-E9368598BC75}"/>
              </a:ext>
            </a:extLst>
          </p:cNvPr>
          <p:cNvSpPr/>
          <p:nvPr/>
        </p:nvSpPr>
        <p:spPr>
          <a:xfrm>
            <a:off x="121023" y="3987401"/>
            <a:ext cx="30255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Hyperparamètres du Q-Learning – Choix et Justification</a:t>
            </a:r>
            <a:endParaRPr lang="fr-CA" dirty="0">
              <a:effectLst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9495F43-326E-44B6-BA9C-A23FA60E0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29" y="571081"/>
            <a:ext cx="54987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1200" dirty="0">
                <a:latin typeface="Roboto Mono"/>
              </a:rPr>
              <a:t>(alpha) = 0.01 → Taux d’apprentissage très faible → Apprentissage lent mais stable, essentiel avec une Q-table discrète et peu d’épisodes (200 seulement). </a:t>
            </a:r>
          </a:p>
          <a:p>
            <a:endParaRPr lang="fr-FR" altLang="fr-FR" sz="1200" dirty="0">
              <a:latin typeface="Roboto Mono"/>
            </a:endParaRPr>
          </a:p>
          <a:p>
            <a:r>
              <a:rPr lang="fr-FR" altLang="fr-FR" sz="1200" dirty="0">
                <a:latin typeface="Roboto Mono"/>
              </a:rPr>
              <a:t>γ (gamma) = 0.9 → Facteur d’actualisation élevé → L’agent accorde une grande importance aux récompenses futures → favorise les actions qui maintiennent durablement la température dans la zone de confort. </a:t>
            </a:r>
          </a:p>
          <a:p>
            <a:endParaRPr lang="fr-FR" altLang="fr-FR" sz="1200" dirty="0">
              <a:latin typeface="Roboto Mono"/>
            </a:endParaRPr>
          </a:p>
          <a:p>
            <a:r>
              <a:rPr lang="fr-FR" altLang="fr-FR" sz="1200" dirty="0">
                <a:latin typeface="Roboto Mono"/>
              </a:rPr>
              <a:t>ε-</a:t>
            </a:r>
            <a:r>
              <a:rPr lang="fr-FR" altLang="fr-FR" sz="1200" dirty="0" err="1">
                <a:latin typeface="Roboto Mono"/>
              </a:rPr>
              <a:t>greedy</a:t>
            </a:r>
            <a:r>
              <a:rPr lang="fr-FR" altLang="fr-FR" sz="1200" dirty="0">
                <a:latin typeface="Roboto Mono"/>
              </a:rPr>
              <a:t> : ε démarre à 1.0 et décroît → ε = max(0.01, ε × 0.995) → Forte exploration au début, puis exploitation quasi-totale en fin d’entraînement → convergence rapide et fiable. </a:t>
            </a:r>
          </a:p>
          <a:p>
            <a:endParaRPr lang="fr-FR" altLang="fr-FR" sz="1200" dirty="0">
              <a:latin typeface="Roboto Mono"/>
            </a:endParaRPr>
          </a:p>
          <a:p>
            <a:r>
              <a:rPr lang="fr-FR" altLang="fr-FR" sz="1200" dirty="0">
                <a:latin typeface="Roboto Mono"/>
              </a:rPr>
              <a:t>Nombre d’épisodes = 200 → Suffisant pour remplir la Q-table (~100 états visités) et atteindre un </a:t>
            </a:r>
            <a:r>
              <a:rPr lang="fr-FR" altLang="fr-FR" sz="1200" dirty="0" err="1">
                <a:latin typeface="Roboto Mono"/>
              </a:rPr>
              <a:t>reward</a:t>
            </a:r>
            <a:r>
              <a:rPr lang="fr-FR" altLang="fr-FR" sz="1200" dirty="0">
                <a:latin typeface="Roboto Mono"/>
              </a:rPr>
              <a:t> proche du maximum théorique (+500). </a:t>
            </a:r>
          </a:p>
          <a:p>
            <a:endParaRPr lang="fr-FR" altLang="fr-FR" sz="1200" dirty="0">
              <a:latin typeface="Roboto Mon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C91A3-9AB1-428C-8BBC-7E317B41501D}"/>
              </a:ext>
            </a:extLst>
          </p:cNvPr>
          <p:cNvSpPr/>
          <p:nvPr/>
        </p:nvSpPr>
        <p:spPr>
          <a:xfrm>
            <a:off x="3390929" y="4079734"/>
            <a:ext cx="566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200" dirty="0">
                <a:latin typeface="Roboto Mono"/>
              </a:rPr>
              <a:t>Taille des actions = ±2 °C → Granularité volontairement simple pour une démonstration pédagogique ; en pratique réelle, on utiliserait des pas plus fins ou un </a:t>
            </a:r>
            <a:r>
              <a:rPr lang="fr-CA" sz="1200" dirty="0" err="1">
                <a:latin typeface="Roboto Mono"/>
              </a:rPr>
              <a:t>Deep</a:t>
            </a:r>
            <a:r>
              <a:rPr lang="fr-CA" sz="1200" dirty="0">
                <a:latin typeface="Roboto Mono"/>
              </a:rPr>
              <a:t> RL continu.</a:t>
            </a:r>
            <a:endParaRPr lang="fr-CA" sz="1200" dirty="0">
              <a:effectLst/>
              <a:latin typeface="Roboto Mono"/>
            </a:endParaRPr>
          </a:p>
        </p:txBody>
      </p:sp>
      <p:sp>
        <p:nvSpPr>
          <p:cNvPr id="2" name="Google Shape;250;p30">
            <a:extLst>
              <a:ext uri="{FF2B5EF4-FFF2-40B4-BE49-F238E27FC236}">
                <a16:creationId xmlns:a16="http://schemas.microsoft.com/office/drawing/2014/main" id="{1D12017D-B31E-CEFB-73DE-495E11EBD5CD}"/>
              </a:ext>
            </a:extLst>
          </p:cNvPr>
          <p:cNvSpPr/>
          <p:nvPr/>
        </p:nvSpPr>
        <p:spPr>
          <a:xfrm>
            <a:off x="167744" y="597246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252;p30">
            <a:extLst>
              <a:ext uri="{FF2B5EF4-FFF2-40B4-BE49-F238E27FC236}">
                <a16:creationId xmlns:a16="http://schemas.microsoft.com/office/drawing/2014/main" id="{13AB41AC-889B-59C6-C1DC-D3186E79BA2E}"/>
              </a:ext>
            </a:extLst>
          </p:cNvPr>
          <p:cNvSpPr/>
          <p:nvPr/>
        </p:nvSpPr>
        <p:spPr>
          <a:xfrm>
            <a:off x="2970873" y="597246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253;p30">
            <a:extLst>
              <a:ext uri="{FF2B5EF4-FFF2-40B4-BE49-F238E27FC236}">
                <a16:creationId xmlns:a16="http://schemas.microsoft.com/office/drawing/2014/main" id="{C87F5841-2E15-CEEF-8274-E5A23C0942CC}"/>
              </a:ext>
            </a:extLst>
          </p:cNvPr>
          <p:cNvSpPr/>
          <p:nvPr/>
        </p:nvSpPr>
        <p:spPr>
          <a:xfrm>
            <a:off x="2890593" y="2099444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1;p30">
            <a:extLst>
              <a:ext uri="{FF2B5EF4-FFF2-40B4-BE49-F238E27FC236}">
                <a16:creationId xmlns:a16="http://schemas.microsoft.com/office/drawing/2014/main" id="{3168F898-6806-BF6E-815A-24E1B7F0D3AC}"/>
              </a:ext>
            </a:extLst>
          </p:cNvPr>
          <p:cNvSpPr/>
          <p:nvPr/>
        </p:nvSpPr>
        <p:spPr>
          <a:xfrm>
            <a:off x="167744" y="2062364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59FCE9-E1E8-6756-0454-16B74CFCE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05" y="668194"/>
            <a:ext cx="2861347" cy="161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28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28600" y="2124000"/>
            <a:ext cx="3333240" cy="27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Résultats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, perspectives et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Xanh Mono"/>
                <a:ea typeface="Xanh Mono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Meow Script"/>
              </a:rPr>
              <a:t>applications</a:t>
            </a:r>
            <a:endParaRPr lang="fr-FR" sz="3200" dirty="0">
              <a:solidFill>
                <a:schemeClr val="dk1"/>
              </a:solidFill>
              <a:latin typeface="Meow Script"/>
            </a:endParaRPr>
          </a:p>
        </p:txBody>
      </p:sp>
      <p:sp>
        <p:nvSpPr>
          <p:cNvPr id="113" name="Google Shape;261;p31"/>
          <p:cNvSpPr/>
          <p:nvPr/>
        </p:nvSpPr>
        <p:spPr>
          <a:xfrm>
            <a:off x="301325" y="3813286"/>
            <a:ext cx="2697840" cy="45000"/>
          </a:xfrm>
          <a:custGeom>
            <a:avLst/>
            <a:gdLst>
              <a:gd name="textAreaLeft" fmla="*/ 0 w 2697840"/>
              <a:gd name="textAreaRight" fmla="*/ 2698200 w 269784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107933" h="1811">
                <a:moveTo>
                  <a:pt x="0" y="1811"/>
                </a:moveTo>
                <a:cubicBezTo>
                  <a:pt x="10703" y="1523"/>
                  <a:pt x="46227" y="247"/>
                  <a:pt x="64216" y="82"/>
                </a:cubicBezTo>
                <a:cubicBezTo>
                  <a:pt x="82205" y="-83"/>
                  <a:pt x="100647" y="700"/>
                  <a:pt x="107933" y="823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" rIns="90000" bIns="3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14" name="Google Shape;262;p31"/>
          <p:cNvPicPr/>
          <p:nvPr/>
        </p:nvPicPr>
        <p:blipFill>
          <a:blip r:embed="rId2"/>
          <a:srcRect t="20211" b="20204"/>
          <a:stretch/>
        </p:blipFill>
        <p:spPr>
          <a:xfrm rot="21540000">
            <a:off x="240486" y="511854"/>
            <a:ext cx="3409200" cy="1391760"/>
          </a:xfrm>
          <a:prstGeom prst="rect">
            <a:avLst/>
          </a:prstGeom>
          <a:noFill/>
          <a:ln w="0">
            <a:noFill/>
          </a:ln>
          <a:effectLst>
            <a:outerShdw blurRad="128520" dist="56894" dir="8330890" algn="bl" rotWithShape="0">
              <a:srgbClr val="000000">
                <a:alpha val="40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77531A9-53FB-4AD5-9A2E-CB4E702B9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520" y="2736476"/>
            <a:ext cx="5226982" cy="23517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20E8A8F-D610-480C-B3B7-82C96DF58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627" y="407258"/>
            <a:ext cx="5169463" cy="2164491"/>
          </a:xfrm>
          <a:prstGeom prst="rect">
            <a:avLst/>
          </a:prstGeom>
        </p:spPr>
      </p:pic>
      <p:sp>
        <p:nvSpPr>
          <p:cNvPr id="2" name="Google Shape;250;p30">
            <a:extLst>
              <a:ext uri="{FF2B5EF4-FFF2-40B4-BE49-F238E27FC236}">
                <a16:creationId xmlns:a16="http://schemas.microsoft.com/office/drawing/2014/main" id="{73F09D0E-18F2-2FE6-B57E-AD945D61962A}"/>
              </a:ext>
            </a:extLst>
          </p:cNvPr>
          <p:cNvSpPr/>
          <p:nvPr/>
        </p:nvSpPr>
        <p:spPr>
          <a:xfrm>
            <a:off x="162029" y="482210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252;p30">
            <a:extLst>
              <a:ext uri="{FF2B5EF4-FFF2-40B4-BE49-F238E27FC236}">
                <a16:creationId xmlns:a16="http://schemas.microsoft.com/office/drawing/2014/main" id="{65BE7ED1-2A5D-F8AE-9E08-85F638442737}"/>
              </a:ext>
            </a:extLst>
          </p:cNvPr>
          <p:cNvSpPr/>
          <p:nvPr/>
        </p:nvSpPr>
        <p:spPr>
          <a:xfrm>
            <a:off x="3494359" y="408050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3;p30">
            <a:extLst>
              <a:ext uri="{FF2B5EF4-FFF2-40B4-BE49-F238E27FC236}">
                <a16:creationId xmlns:a16="http://schemas.microsoft.com/office/drawing/2014/main" id="{6799453C-BDC8-CDE0-372C-9AB38DB39D37}"/>
              </a:ext>
            </a:extLst>
          </p:cNvPr>
          <p:cNvSpPr/>
          <p:nvPr/>
        </p:nvSpPr>
        <p:spPr>
          <a:xfrm>
            <a:off x="3414079" y="1779178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251;p30">
            <a:extLst>
              <a:ext uri="{FF2B5EF4-FFF2-40B4-BE49-F238E27FC236}">
                <a16:creationId xmlns:a16="http://schemas.microsoft.com/office/drawing/2014/main" id="{C4CDAE9E-E214-6A84-E384-04F33410EDFB}"/>
              </a:ext>
            </a:extLst>
          </p:cNvPr>
          <p:cNvSpPr/>
          <p:nvPr/>
        </p:nvSpPr>
        <p:spPr>
          <a:xfrm>
            <a:off x="162545" y="1742098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28600" y="2571840"/>
            <a:ext cx="3371400" cy="196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Analyse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des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résultats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d’apprentissage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et performance du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Xanh Mono"/>
                <a:ea typeface="Xanh Mono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eow Script"/>
              </a:rPr>
              <a:t>système</a:t>
            </a:r>
            <a:endParaRPr lang="fr-FR" sz="3200" dirty="0">
              <a:solidFill>
                <a:schemeClr val="dk1"/>
              </a:solidFill>
              <a:latin typeface="Meow Script"/>
            </a:endParaRPr>
          </a:p>
        </p:txBody>
      </p:sp>
      <p:pic>
        <p:nvPicPr>
          <p:cNvPr id="117" name="Google Shape;248;p30"/>
          <p:cNvPicPr/>
          <p:nvPr/>
        </p:nvPicPr>
        <p:blipFill>
          <a:blip r:embed="rId2"/>
          <a:srcRect l="111" t="24914" r="-111" b="12298"/>
          <a:stretch/>
        </p:blipFill>
        <p:spPr>
          <a:xfrm rot="60000">
            <a:off x="3957840" y="627840"/>
            <a:ext cx="4852440" cy="2030400"/>
          </a:xfrm>
          <a:prstGeom prst="rect">
            <a:avLst/>
          </a:prstGeom>
          <a:noFill/>
          <a:ln w="0">
            <a:noFill/>
          </a:ln>
          <a:effectLst>
            <a:outerShdw blurRad="128520" dist="57017" dir="5161048" algn="bl" rotWithShape="0">
              <a:srgbClr val="000000">
                <a:alpha val="40000"/>
              </a:srgbClr>
            </a:outerShdw>
          </a:effectLst>
        </p:spPr>
      </p:pic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3666960" y="2781360"/>
            <a:ext cx="524808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Les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résultats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montrent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une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progression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constante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l’agent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jusqu’à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une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stabilisation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après 80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épisodes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 Lors des tests, la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température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est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restée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dans la zone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cible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70 % du temps,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prouvant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l’efficacité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du Q-Learning pour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réguler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avec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précision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tout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minimisant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l’énergie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utilisée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Google Shape;250;p30"/>
          <p:cNvSpPr/>
          <p:nvPr/>
        </p:nvSpPr>
        <p:spPr>
          <a:xfrm>
            <a:off x="3864600" y="514800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251;p30"/>
          <p:cNvSpPr/>
          <p:nvPr/>
        </p:nvSpPr>
        <p:spPr>
          <a:xfrm>
            <a:off x="3858480" y="2517480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Google Shape;252;p30"/>
          <p:cNvSpPr/>
          <p:nvPr/>
        </p:nvSpPr>
        <p:spPr>
          <a:xfrm>
            <a:off x="8724240" y="588960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253;p30"/>
          <p:cNvSpPr/>
          <p:nvPr/>
        </p:nvSpPr>
        <p:spPr>
          <a:xfrm>
            <a:off x="8606880" y="2628720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Google Shape;254;p30"/>
          <p:cNvSpPr/>
          <p:nvPr/>
        </p:nvSpPr>
        <p:spPr>
          <a:xfrm>
            <a:off x="313724" y="4608480"/>
            <a:ext cx="1722240" cy="24480"/>
          </a:xfrm>
          <a:custGeom>
            <a:avLst/>
            <a:gdLst>
              <a:gd name="textAreaLeft" fmla="*/ 0 w 1722240"/>
              <a:gd name="textAreaRight" fmla="*/ 1722600 w 172224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68909" h="988">
                <a:moveTo>
                  <a:pt x="0" y="988"/>
                </a:moveTo>
                <a:cubicBezTo>
                  <a:pt x="11485" y="823"/>
                  <a:pt x="57424" y="165"/>
                  <a:pt x="68909" y="0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0160" rIns="90000" bIns="-201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28600" y="306720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Alternatives et extensions possibles du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Xanh Mono"/>
                <a:ea typeface="Xanh Mono"/>
              </a:rPr>
              <a:t> </a:t>
            </a:r>
            <a:r>
              <a:rPr lang="en-US" sz="3900" dirty="0" err="1">
                <a:solidFill>
                  <a:schemeClr val="dk1"/>
                </a:solidFill>
                <a:latin typeface="Meow Script"/>
              </a:rPr>
              <a:t>projet</a:t>
            </a:r>
            <a:endParaRPr lang="fr-FR" sz="3900" dirty="0">
              <a:solidFill>
                <a:schemeClr val="dk1"/>
              </a:solidFill>
              <a:latin typeface="Meow Script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4133880" y="619200"/>
            <a:ext cx="478116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Des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méthodes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alternatives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comme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SARSA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TD(lambda)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Dyna-Q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peuvent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être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explorées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pour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améliorer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diversifier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l’apprentissage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dans l’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environnement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Gymnasium.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projet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peut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aussi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être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étendu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intégrant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des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capteurs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physiques, la communication MQTT et des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outils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visualisation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comme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Node-RED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pour un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déploiement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concret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270;p32"/>
          <p:cNvSpPr/>
          <p:nvPr/>
        </p:nvSpPr>
        <p:spPr>
          <a:xfrm>
            <a:off x="4133880" y="3860427"/>
            <a:ext cx="3451320" cy="415800"/>
          </a:xfrm>
          <a:custGeom>
            <a:avLst/>
            <a:gdLst>
              <a:gd name="textAreaLeft" fmla="*/ 0 w 3451320"/>
              <a:gd name="textAreaRight" fmla="*/ 3451680 w 345132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138066" h="16645">
                <a:moveTo>
                  <a:pt x="0" y="8716"/>
                </a:moveTo>
                <a:cubicBezTo>
                  <a:pt x="5022" y="7275"/>
                  <a:pt x="25563" y="-504"/>
                  <a:pt x="30132" y="72"/>
                </a:cubicBezTo>
                <a:cubicBezTo>
                  <a:pt x="34701" y="648"/>
                  <a:pt x="23341" y="11022"/>
                  <a:pt x="27416" y="12174"/>
                </a:cubicBezTo>
                <a:cubicBezTo>
                  <a:pt x="31491" y="13327"/>
                  <a:pt x="49439" y="6822"/>
                  <a:pt x="54584" y="6987"/>
                </a:cubicBezTo>
                <a:cubicBezTo>
                  <a:pt x="59730" y="7152"/>
                  <a:pt x="52361" y="12874"/>
                  <a:pt x="58289" y="13162"/>
                </a:cubicBezTo>
                <a:cubicBezTo>
                  <a:pt x="64217" y="13450"/>
                  <a:pt x="79324" y="8140"/>
                  <a:pt x="90150" y="8716"/>
                </a:cubicBezTo>
                <a:cubicBezTo>
                  <a:pt x="100976" y="9292"/>
                  <a:pt x="115260" y="16414"/>
                  <a:pt x="123246" y="16620"/>
                </a:cubicBezTo>
                <a:cubicBezTo>
                  <a:pt x="131232" y="16826"/>
                  <a:pt x="135596" y="11063"/>
                  <a:pt x="138066" y="995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5DE7C8-EF21-4395-8C02-473B4840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91" y="556027"/>
            <a:ext cx="3096351" cy="2015723"/>
          </a:xfrm>
          <a:prstGeom prst="rect">
            <a:avLst/>
          </a:prstGeom>
        </p:spPr>
      </p:pic>
      <p:sp>
        <p:nvSpPr>
          <p:cNvPr id="3" name="Google Shape;250;p30">
            <a:extLst>
              <a:ext uri="{FF2B5EF4-FFF2-40B4-BE49-F238E27FC236}">
                <a16:creationId xmlns:a16="http://schemas.microsoft.com/office/drawing/2014/main" id="{ABC9DB18-59B7-0A50-FBD3-3D10FA2953A0}"/>
              </a:ext>
            </a:extLst>
          </p:cNvPr>
          <p:cNvSpPr/>
          <p:nvPr/>
        </p:nvSpPr>
        <p:spPr>
          <a:xfrm>
            <a:off x="228600" y="494862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252;p30">
            <a:extLst>
              <a:ext uri="{FF2B5EF4-FFF2-40B4-BE49-F238E27FC236}">
                <a16:creationId xmlns:a16="http://schemas.microsoft.com/office/drawing/2014/main" id="{061DA54F-3C6E-5FEF-7B8D-5CA233296FDD}"/>
              </a:ext>
            </a:extLst>
          </p:cNvPr>
          <p:cNvSpPr/>
          <p:nvPr/>
        </p:nvSpPr>
        <p:spPr>
          <a:xfrm>
            <a:off x="3248747" y="494862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3;p30">
            <a:extLst>
              <a:ext uri="{FF2B5EF4-FFF2-40B4-BE49-F238E27FC236}">
                <a16:creationId xmlns:a16="http://schemas.microsoft.com/office/drawing/2014/main" id="{C2CA0985-6089-D09B-ED03-4A0E1C1BA125}"/>
              </a:ext>
            </a:extLst>
          </p:cNvPr>
          <p:cNvSpPr/>
          <p:nvPr/>
        </p:nvSpPr>
        <p:spPr>
          <a:xfrm>
            <a:off x="3168467" y="2404228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1;p30">
            <a:extLst>
              <a:ext uri="{FF2B5EF4-FFF2-40B4-BE49-F238E27FC236}">
                <a16:creationId xmlns:a16="http://schemas.microsoft.com/office/drawing/2014/main" id="{085F48F3-84EA-3F7F-80A8-B813B6B0790C}"/>
              </a:ext>
            </a:extLst>
          </p:cNvPr>
          <p:cNvSpPr/>
          <p:nvPr/>
        </p:nvSpPr>
        <p:spPr>
          <a:xfrm>
            <a:off x="228600" y="2367148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28599" y="3067200"/>
            <a:ext cx="4223479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Applications pratiques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en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domotique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,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industrie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 et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autres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Xanh Mono"/>
                <a:ea typeface="Xanh Mono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eow Script"/>
              </a:rPr>
              <a:t>domaines</a:t>
            </a:r>
            <a:endParaRPr lang="fr-FR" sz="3200" dirty="0">
              <a:solidFill>
                <a:schemeClr val="dk1"/>
              </a:solidFill>
              <a:latin typeface="Meow Script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4133880" y="619200"/>
            <a:ext cx="478116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Cette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approche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s’applique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efficacement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à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domotique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pour le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confort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énergétique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mais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aussi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à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l’industrie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l’agriculture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la santé.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système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peut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optimiser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la gestion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thermique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d’espaces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variés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contribuant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à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réduction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des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coûts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et à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une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meilleure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maîtrise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environnementale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Google Shape;270;p32"/>
          <p:cNvSpPr/>
          <p:nvPr/>
        </p:nvSpPr>
        <p:spPr>
          <a:xfrm>
            <a:off x="4452078" y="3552403"/>
            <a:ext cx="3451320" cy="415800"/>
          </a:xfrm>
          <a:custGeom>
            <a:avLst/>
            <a:gdLst>
              <a:gd name="textAreaLeft" fmla="*/ 0 w 3451320"/>
              <a:gd name="textAreaRight" fmla="*/ 3451680 w 345132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138066" h="16645">
                <a:moveTo>
                  <a:pt x="0" y="8716"/>
                </a:moveTo>
                <a:cubicBezTo>
                  <a:pt x="5022" y="7275"/>
                  <a:pt x="25563" y="-504"/>
                  <a:pt x="30132" y="72"/>
                </a:cubicBezTo>
                <a:cubicBezTo>
                  <a:pt x="34701" y="648"/>
                  <a:pt x="23341" y="11022"/>
                  <a:pt x="27416" y="12174"/>
                </a:cubicBezTo>
                <a:cubicBezTo>
                  <a:pt x="31491" y="13327"/>
                  <a:pt x="49439" y="6822"/>
                  <a:pt x="54584" y="6987"/>
                </a:cubicBezTo>
                <a:cubicBezTo>
                  <a:pt x="59730" y="7152"/>
                  <a:pt x="52361" y="12874"/>
                  <a:pt x="58289" y="13162"/>
                </a:cubicBezTo>
                <a:cubicBezTo>
                  <a:pt x="64217" y="13450"/>
                  <a:pt x="79324" y="8140"/>
                  <a:pt x="90150" y="8716"/>
                </a:cubicBezTo>
                <a:cubicBezTo>
                  <a:pt x="100976" y="9292"/>
                  <a:pt x="115260" y="16414"/>
                  <a:pt x="123246" y="16620"/>
                </a:cubicBezTo>
                <a:cubicBezTo>
                  <a:pt x="131232" y="16826"/>
                  <a:pt x="135596" y="11063"/>
                  <a:pt x="138066" y="995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800A64-B0B9-F05B-BC97-B6A6D03F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81" y="564453"/>
            <a:ext cx="3073400" cy="1734584"/>
          </a:xfrm>
          <a:prstGeom prst="rect">
            <a:avLst/>
          </a:prstGeom>
        </p:spPr>
      </p:pic>
      <p:sp>
        <p:nvSpPr>
          <p:cNvPr id="4" name="Google Shape;250;p30">
            <a:extLst>
              <a:ext uri="{FF2B5EF4-FFF2-40B4-BE49-F238E27FC236}">
                <a16:creationId xmlns:a16="http://schemas.microsoft.com/office/drawing/2014/main" id="{88D300AC-9124-8816-F944-7A3F87137C8D}"/>
              </a:ext>
            </a:extLst>
          </p:cNvPr>
          <p:cNvSpPr/>
          <p:nvPr/>
        </p:nvSpPr>
        <p:spPr>
          <a:xfrm>
            <a:off x="592481" y="469212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252;p30">
            <a:extLst>
              <a:ext uri="{FF2B5EF4-FFF2-40B4-BE49-F238E27FC236}">
                <a16:creationId xmlns:a16="http://schemas.microsoft.com/office/drawing/2014/main" id="{FB51E395-9CE7-4CFE-CF67-683BCAAB39E0}"/>
              </a:ext>
            </a:extLst>
          </p:cNvPr>
          <p:cNvSpPr/>
          <p:nvPr/>
        </p:nvSpPr>
        <p:spPr>
          <a:xfrm>
            <a:off x="3674790" y="469212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53;p30">
            <a:extLst>
              <a:ext uri="{FF2B5EF4-FFF2-40B4-BE49-F238E27FC236}">
                <a16:creationId xmlns:a16="http://schemas.microsoft.com/office/drawing/2014/main" id="{7A38F2C2-149B-6769-F201-C71C1FC1ED1C}"/>
              </a:ext>
            </a:extLst>
          </p:cNvPr>
          <p:cNvSpPr/>
          <p:nvPr/>
        </p:nvSpPr>
        <p:spPr>
          <a:xfrm>
            <a:off x="3592755" y="2166038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251;p30">
            <a:extLst>
              <a:ext uri="{FF2B5EF4-FFF2-40B4-BE49-F238E27FC236}">
                <a16:creationId xmlns:a16="http://schemas.microsoft.com/office/drawing/2014/main" id="{76B035EA-80CD-018F-EC71-CB528FB8C20D}"/>
              </a:ext>
            </a:extLst>
          </p:cNvPr>
          <p:cNvSpPr/>
          <p:nvPr/>
        </p:nvSpPr>
        <p:spPr>
          <a:xfrm>
            <a:off x="592481" y="2128406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228600" y="2571840"/>
            <a:ext cx="3371400" cy="196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dk1"/>
                </a:solidFill>
                <a:effectLst/>
                <a:uFillTx/>
                <a:latin typeface="Meow Script"/>
                <a:ea typeface="Xanh Mono"/>
              </a:rPr>
              <a:t>Conclusions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48;p30"/>
          <p:cNvPicPr/>
          <p:nvPr/>
        </p:nvPicPr>
        <p:blipFill>
          <a:blip r:embed="rId2"/>
          <a:srcRect l="111" t="24914" r="-111" b="12298"/>
          <a:stretch/>
        </p:blipFill>
        <p:spPr>
          <a:xfrm rot="60000">
            <a:off x="3957840" y="627840"/>
            <a:ext cx="4852440" cy="2030400"/>
          </a:xfrm>
          <a:prstGeom prst="rect">
            <a:avLst/>
          </a:prstGeom>
          <a:noFill/>
          <a:ln w="0">
            <a:noFill/>
          </a:ln>
          <a:effectLst>
            <a:outerShdw blurRad="128520" dist="57017" dir="5161048" algn="bl" rotWithShape="0">
              <a:srgbClr val="000000">
                <a:alpha val="40000"/>
              </a:srgbClr>
            </a:outerShdw>
          </a:effectLst>
        </p:spPr>
      </p:pic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3666960" y="2781360"/>
            <a:ext cx="524808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Le contrôle de température par Q-Learning s’est révélé simple, efficace et capable de s’adapter sans programmation complexe. Ce projet offre une base solide pour maîtriser l’apprentissage par renforcement et ouvrir la voie à des applications industrielles variées, tout en proposant des pistes d’amélioration et d’intégration technologique future.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Google Shape;250;p30"/>
          <p:cNvSpPr/>
          <p:nvPr/>
        </p:nvSpPr>
        <p:spPr>
          <a:xfrm>
            <a:off x="3864600" y="514800"/>
            <a:ext cx="246600" cy="197280"/>
          </a:xfrm>
          <a:custGeom>
            <a:avLst/>
            <a:gdLst>
              <a:gd name="textAreaLeft" fmla="*/ 0 w 246600"/>
              <a:gd name="textAreaRight" fmla="*/ 246960 w 246600"/>
              <a:gd name="textAreaTop" fmla="*/ 0 h 197280"/>
              <a:gd name="textAreaBottom" fmla="*/ 197640 h 197280"/>
            </a:gdLst>
            <a:ahLst/>
            <a:cxnLst/>
            <a:rect l="textAreaLeft" t="textAreaTop" r="textAreaRight" b="textAreaBottom"/>
            <a:pathLst>
              <a:path w="9879" h="7903">
                <a:moveTo>
                  <a:pt x="9879" y="494"/>
                </a:moveTo>
                <a:lnTo>
                  <a:pt x="988" y="0"/>
                </a:lnTo>
                <a:lnTo>
                  <a:pt x="0" y="7903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Google Shape;251;p30"/>
          <p:cNvSpPr/>
          <p:nvPr/>
        </p:nvSpPr>
        <p:spPr>
          <a:xfrm>
            <a:off x="3858480" y="2517480"/>
            <a:ext cx="277560" cy="265320"/>
          </a:xfrm>
          <a:custGeom>
            <a:avLst/>
            <a:gdLst>
              <a:gd name="textAreaLeft" fmla="*/ 0 w 277560"/>
              <a:gd name="textAreaRight" fmla="*/ 277920 w 277560"/>
              <a:gd name="textAreaTop" fmla="*/ 0 h 265320"/>
              <a:gd name="textAreaBottom" fmla="*/ 265680 h 265320"/>
            </a:gdLst>
            <a:ahLst/>
            <a:cxnLst/>
            <a:rect l="textAreaLeft" t="textAreaTop" r="textAreaRight" b="textAreaBottom"/>
            <a:pathLst>
              <a:path w="11114" h="10621">
                <a:moveTo>
                  <a:pt x="0" y="0"/>
                </a:moveTo>
                <a:lnTo>
                  <a:pt x="247" y="10621"/>
                </a:lnTo>
                <a:lnTo>
                  <a:pt x="11114" y="10621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252;p30"/>
          <p:cNvSpPr/>
          <p:nvPr/>
        </p:nvSpPr>
        <p:spPr>
          <a:xfrm>
            <a:off x="8724240" y="588960"/>
            <a:ext cx="191160" cy="271440"/>
          </a:xfrm>
          <a:custGeom>
            <a:avLst/>
            <a:gdLst>
              <a:gd name="textAreaLeft" fmla="*/ 0 w 191160"/>
              <a:gd name="textAreaRight" fmla="*/ 191520 w 19116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7656" h="10867">
                <a:moveTo>
                  <a:pt x="0" y="247"/>
                </a:moveTo>
                <a:lnTo>
                  <a:pt x="7656" y="0"/>
                </a:lnTo>
                <a:lnTo>
                  <a:pt x="7162" y="10867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Google Shape;253;p30"/>
          <p:cNvSpPr/>
          <p:nvPr/>
        </p:nvSpPr>
        <p:spPr>
          <a:xfrm>
            <a:off x="8606880" y="2628720"/>
            <a:ext cx="271440" cy="228240"/>
          </a:xfrm>
          <a:custGeom>
            <a:avLst/>
            <a:gdLst>
              <a:gd name="textAreaLeft" fmla="*/ 0 w 271440"/>
              <a:gd name="textAreaRight" fmla="*/ 271800 w 2714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0867" h="9138">
                <a:moveTo>
                  <a:pt x="0" y="8644"/>
                </a:moveTo>
                <a:lnTo>
                  <a:pt x="10867" y="9138"/>
                </a:lnTo>
                <a:lnTo>
                  <a:pt x="1086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Google Shape;254;p30"/>
          <p:cNvSpPr/>
          <p:nvPr/>
        </p:nvSpPr>
        <p:spPr>
          <a:xfrm>
            <a:off x="1643760" y="4456080"/>
            <a:ext cx="1722240" cy="24480"/>
          </a:xfrm>
          <a:custGeom>
            <a:avLst/>
            <a:gdLst>
              <a:gd name="textAreaLeft" fmla="*/ 0 w 1722240"/>
              <a:gd name="textAreaRight" fmla="*/ 1722600 w 172224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68909" h="988">
                <a:moveTo>
                  <a:pt x="0" y="988"/>
                </a:moveTo>
                <a:cubicBezTo>
                  <a:pt x="11485" y="823"/>
                  <a:pt x="57424" y="165"/>
                  <a:pt x="68909" y="0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0160" rIns="90000" bIns="-201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368AD13-F614-9B68-85A5-D37F028B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570" y="1240971"/>
            <a:ext cx="6684909" cy="2595189"/>
          </a:xfrm>
        </p:spPr>
        <p:txBody>
          <a:bodyPr anchor="ctr">
            <a:normAutofit/>
          </a:bodyPr>
          <a:lstStyle/>
          <a:p>
            <a:pPr algn="ctr"/>
            <a:r>
              <a:rPr lang="en-US" sz="3900" dirty="0">
                <a:solidFill>
                  <a:schemeClr val="dk1"/>
                </a:solidFill>
                <a:latin typeface="Meow Script"/>
              </a:rPr>
              <a:t>Merci pour </a:t>
            </a:r>
            <a:r>
              <a:rPr lang="en-US" sz="3900" dirty="0" err="1">
                <a:solidFill>
                  <a:schemeClr val="dk1"/>
                </a:solidFill>
                <a:latin typeface="Meow Script"/>
              </a:rPr>
              <a:t>votre</a:t>
            </a:r>
            <a:r>
              <a:rPr lang="en-US" sz="3900" dirty="0">
                <a:solidFill>
                  <a:schemeClr val="dk1"/>
                </a:solidFill>
                <a:latin typeface="Meow Script"/>
              </a:rPr>
              <a:t> attention</a:t>
            </a:r>
          </a:p>
        </p:txBody>
      </p:sp>
      <p:sp>
        <p:nvSpPr>
          <p:cNvPr id="4" name="Google Shape;396;p40">
            <a:extLst>
              <a:ext uri="{FF2B5EF4-FFF2-40B4-BE49-F238E27FC236}">
                <a16:creationId xmlns:a16="http://schemas.microsoft.com/office/drawing/2014/main" id="{C47270CD-9CB4-8C86-733F-210A064DD358}"/>
              </a:ext>
            </a:extLst>
          </p:cNvPr>
          <p:cNvSpPr/>
          <p:nvPr/>
        </p:nvSpPr>
        <p:spPr>
          <a:xfrm>
            <a:off x="1070570" y="1307159"/>
            <a:ext cx="6367319" cy="2749583"/>
          </a:xfrm>
          <a:custGeom>
            <a:avLst/>
            <a:gdLst>
              <a:gd name="textAreaLeft" fmla="*/ 0 w 3655440"/>
              <a:gd name="textAreaRight" fmla="*/ 3655800 w 3655440"/>
              <a:gd name="textAreaTop" fmla="*/ 0 h 1130040"/>
              <a:gd name="textAreaBottom" fmla="*/ 1130400 h 1130040"/>
            </a:gdLst>
            <a:ahLst/>
            <a:cxnLst/>
            <a:rect l="textAreaLeft" t="textAreaTop" r="textAreaRight" b="textAreaBottom"/>
            <a:pathLst>
              <a:path w="146227" h="45221">
                <a:moveTo>
                  <a:pt x="6588" y="40483"/>
                </a:moveTo>
                <a:cubicBezTo>
                  <a:pt x="23754" y="40816"/>
                  <a:pt x="86805" y="43683"/>
                  <a:pt x="109582" y="42478"/>
                </a:cubicBezTo>
                <a:cubicBezTo>
                  <a:pt x="132359" y="41273"/>
                  <a:pt x="139217" y="39028"/>
                  <a:pt x="143249" y="33251"/>
                </a:cubicBezTo>
                <a:cubicBezTo>
                  <a:pt x="147281" y="27474"/>
                  <a:pt x="149526" y="13342"/>
                  <a:pt x="133773" y="7814"/>
                </a:cubicBezTo>
                <a:cubicBezTo>
                  <a:pt x="118020" y="2286"/>
                  <a:pt x="69847" y="-249"/>
                  <a:pt x="48733" y="83"/>
                </a:cubicBezTo>
                <a:cubicBezTo>
                  <a:pt x="27619" y="416"/>
                  <a:pt x="14818" y="3284"/>
                  <a:pt x="7087" y="9809"/>
                </a:cubicBezTo>
                <a:cubicBezTo>
                  <a:pt x="-644" y="16335"/>
                  <a:pt x="-1767" y="33334"/>
                  <a:pt x="2348" y="39236"/>
                </a:cubicBezTo>
                <a:cubicBezTo>
                  <a:pt x="6463" y="45138"/>
                  <a:pt x="26871" y="44224"/>
                  <a:pt x="31775" y="45221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Google Shape;397;p40"/>
          <p:cNvSpPr/>
          <p:nvPr/>
        </p:nvSpPr>
        <p:spPr>
          <a:xfrm>
            <a:off x="7908185" y="4265710"/>
            <a:ext cx="701640" cy="636120"/>
          </a:xfrm>
          <a:custGeom>
            <a:avLst/>
            <a:gdLst>
              <a:gd name="textAreaLeft" fmla="*/ 0 w 701640"/>
              <a:gd name="textAreaRight" fmla="*/ 702000 w 701640"/>
              <a:gd name="textAreaTop" fmla="*/ 0 h 636120"/>
              <a:gd name="textAreaBottom" fmla="*/ 636480 h 636120"/>
            </a:gdLst>
            <a:ahLst/>
            <a:cxnLst/>
            <a:rect l="textAreaLeft" t="textAreaTop" r="textAreaRight" b="textAreaBottom"/>
            <a:pathLst>
              <a:path w="28084" h="25457">
                <a:moveTo>
                  <a:pt x="13777" y="12657"/>
                </a:moveTo>
                <a:cubicBezTo>
                  <a:pt x="11461" y="14742"/>
                  <a:pt x="9186" y="16879"/>
                  <a:pt x="7043" y="19141"/>
                </a:cubicBezTo>
                <a:cubicBezTo>
                  <a:pt x="5989" y="20254"/>
                  <a:pt x="2616" y="23171"/>
                  <a:pt x="4051" y="22633"/>
                </a:cubicBezTo>
                <a:cubicBezTo>
                  <a:pt x="10877" y="20074"/>
                  <a:pt x="12495" y="9630"/>
                  <a:pt x="19263" y="6922"/>
                </a:cubicBezTo>
                <a:cubicBezTo>
                  <a:pt x="22242" y="5730"/>
                  <a:pt x="15659" y="12255"/>
                  <a:pt x="13527" y="14653"/>
                </a:cubicBezTo>
                <a:cubicBezTo>
                  <a:pt x="12121" y="16234"/>
                  <a:pt x="10534" y="20637"/>
                  <a:pt x="9038" y="19141"/>
                </a:cubicBezTo>
                <a:cubicBezTo>
                  <a:pt x="5627" y="15730"/>
                  <a:pt x="8249" y="9492"/>
                  <a:pt x="8540" y="4677"/>
                </a:cubicBezTo>
                <a:cubicBezTo>
                  <a:pt x="8612" y="3489"/>
                  <a:pt x="9387" y="0"/>
                  <a:pt x="9288" y="1186"/>
                </a:cubicBezTo>
                <a:cubicBezTo>
                  <a:pt x="8990" y="4772"/>
                  <a:pt x="8633" y="8360"/>
                  <a:pt x="8041" y="11909"/>
                </a:cubicBezTo>
                <a:cubicBezTo>
                  <a:pt x="7845" y="13083"/>
                  <a:pt x="6107" y="15293"/>
                  <a:pt x="7293" y="15401"/>
                </a:cubicBezTo>
                <a:cubicBezTo>
                  <a:pt x="13526" y="15967"/>
                  <a:pt x="20496" y="5842"/>
                  <a:pt x="25248" y="9914"/>
                </a:cubicBezTo>
                <a:cubicBezTo>
                  <a:pt x="28974" y="13107"/>
                  <a:pt x="18236" y="17092"/>
                  <a:pt x="13777" y="19141"/>
                </a:cubicBezTo>
                <a:cubicBezTo>
                  <a:pt x="12033" y="19942"/>
                  <a:pt x="8795" y="22739"/>
                  <a:pt x="8290" y="20887"/>
                </a:cubicBezTo>
                <a:cubicBezTo>
                  <a:pt x="7349" y="17438"/>
                  <a:pt x="11158" y="13362"/>
                  <a:pt x="14525" y="12159"/>
                </a:cubicBezTo>
                <a:cubicBezTo>
                  <a:pt x="16199" y="11561"/>
                  <a:pt x="20147" y="9426"/>
                  <a:pt x="19762" y="11161"/>
                </a:cubicBezTo>
                <a:cubicBezTo>
                  <a:pt x="18746" y="15741"/>
                  <a:pt x="12003" y="16692"/>
                  <a:pt x="7542" y="18144"/>
                </a:cubicBezTo>
                <a:cubicBezTo>
                  <a:pt x="5171" y="18916"/>
                  <a:pt x="-427" y="20589"/>
                  <a:pt x="61" y="18144"/>
                </a:cubicBezTo>
                <a:cubicBezTo>
                  <a:pt x="273" y="17081"/>
                  <a:pt x="744" y="15614"/>
                  <a:pt x="1806" y="15401"/>
                </a:cubicBezTo>
                <a:cubicBezTo>
                  <a:pt x="5719" y="14616"/>
                  <a:pt x="5030" y="23785"/>
                  <a:pt x="8789" y="25127"/>
                </a:cubicBezTo>
                <a:cubicBezTo>
                  <a:pt x="10926" y="25890"/>
                  <a:pt x="13493" y="25144"/>
                  <a:pt x="15522" y="24129"/>
                </a:cubicBezTo>
                <a:cubicBezTo>
                  <a:pt x="16566" y="23607"/>
                  <a:pt x="19910" y="24627"/>
                  <a:pt x="19014" y="23880"/>
                </a:cubicBezTo>
                <a:cubicBezTo>
                  <a:pt x="17665" y="22755"/>
                  <a:pt x="15534" y="22409"/>
                  <a:pt x="16021" y="22134"/>
                </a:cubicBezTo>
                <a:cubicBezTo>
                  <a:pt x="20042" y="19861"/>
                  <a:pt x="27231" y="19707"/>
                  <a:pt x="27991" y="15151"/>
                </a:cubicBezTo>
                <a:cubicBezTo>
                  <a:pt x="29326" y="7146"/>
                  <a:pt x="11916" y="12408"/>
                  <a:pt x="3801" y="12408"/>
                </a:cubicBez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862542578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Chalkboard Design by Slidesgo">
  <a:themeElements>
    <a:clrScheme name="Simple Light">
      <a:dk1>
        <a:srgbClr val="FFFFFF"/>
      </a:dk1>
      <a:lt1>
        <a:srgbClr val="353535"/>
      </a:lt1>
      <a:dk2>
        <a:srgbClr val="FFFFFF"/>
      </a:dk2>
      <a:lt2>
        <a:srgbClr val="BBBBBB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4607</TotalTime>
  <Words>800</Words>
  <Application>Microsoft Office PowerPoint</Application>
  <PresentationFormat>On-screen Show (16:9)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Meow Script</vt:lpstr>
      <vt:lpstr>OpenSymbol</vt:lpstr>
      <vt:lpstr>Roboto Mono</vt:lpstr>
      <vt:lpstr>Symbol</vt:lpstr>
      <vt:lpstr>Wingdings</vt:lpstr>
      <vt:lpstr>Xanh Mono</vt:lpstr>
      <vt:lpstr>Creative Chalkboard Design by Slidesgo</vt:lpstr>
      <vt:lpstr>Slidesgo Final Pages</vt:lpstr>
      <vt:lpstr>Q-Learning</vt:lpstr>
      <vt:lpstr>Introduction</vt:lpstr>
      <vt:lpstr>PID  vs      RL </vt:lpstr>
      <vt:lpstr>Objectif et contexte du projet</vt:lpstr>
      <vt:lpstr>Fonctionnement de Q-Learning et de la stratégie epsilon-greedy</vt:lpstr>
      <vt:lpstr>Modélisation de l'Environnement </vt:lpstr>
      <vt:lpstr>PowerPoint Presentation</vt:lpstr>
      <vt:lpstr>Résultats, perspectives et applications</vt:lpstr>
      <vt:lpstr>Analyse des résultats d’apprentissage et performance du système</vt:lpstr>
      <vt:lpstr>Alternatives et extensions possibles du projet</vt:lpstr>
      <vt:lpstr>Applications pratiques en domotique, industrie et autres domaines</vt:lpstr>
      <vt:lpstr>Conclusions</vt:lpstr>
      <vt:lpstr>Merci pour votre attention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Q-Learning</dc:title>
  <cp:lastModifiedBy>Ochi, Raouf</cp:lastModifiedBy>
  <cp:revision>18</cp:revision>
  <dcterms:modified xsi:type="dcterms:W3CDTF">2025-12-05T02:18:38Z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2025-11-26T00:39:57Z</dcterms:created>
  <dc:creator>Unknown Creator</dc:creator>
  <dc:description/>
  <dc:language>en-US</dc:language>
  <cp:lastModifiedBy>Unknown Creator</cp:lastModifiedBy>
  <dcterms:modified xsi:type="dcterms:W3CDTF">2025-11-26T00:39:57Z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MSIP_Label_6b615819-ba40-4aaf-a034-39fd1d37cddf_Enabled">
    <vt:lpwstr>true</vt:lpwstr>
  </property>
  <property fmtid="{D5CDD505-2E9C-101B-9397-08002B2CF9AE}" pid="4" name="MSIP_Label_6b615819-ba40-4aaf-a034-39fd1d37cddf_SetDate">
    <vt:lpwstr>2025-12-02T15:51:50Z</vt:lpwstr>
  </property>
  <property fmtid="{D5CDD505-2E9C-101B-9397-08002B2CF9AE}" pid="5" name="MSIP_Label_6b615819-ba40-4aaf-a034-39fd1d37cddf_Method">
    <vt:lpwstr>Standard</vt:lpwstr>
  </property>
  <property fmtid="{D5CDD505-2E9C-101B-9397-08002B2CF9AE}" pid="6" name="MSIP_Label_6b615819-ba40-4aaf-a034-39fd1d37cddf_Name">
    <vt:lpwstr>defa4170-0d19-0005-0004-bc88714345d2</vt:lpwstr>
  </property>
  <property fmtid="{D5CDD505-2E9C-101B-9397-08002B2CF9AE}" pid="7" name="MSIP_Label_6b615819-ba40-4aaf-a034-39fd1d37cddf_SiteId">
    <vt:lpwstr>f9182dd7-4234-41fb-9e9c-dd20d493b548</vt:lpwstr>
  </property>
  <property fmtid="{D5CDD505-2E9C-101B-9397-08002B2CF9AE}" pid="8" name="MSIP_Label_6b615819-ba40-4aaf-a034-39fd1d37cddf_ActionId">
    <vt:lpwstr>f92d5682-b9b0-4e69-ae09-78697f21d687</vt:lpwstr>
  </property>
  <property fmtid="{D5CDD505-2E9C-101B-9397-08002B2CF9AE}" pid="9" name="MSIP_Label_6b615819-ba40-4aaf-a034-39fd1d37cddf_ContentBits">
    <vt:lpwstr>0</vt:lpwstr>
  </property>
  <property fmtid="{D5CDD505-2E9C-101B-9397-08002B2CF9AE}" pid="10" name="MSIP_Label_6b615819-ba40-4aaf-a034-39fd1d37cddf_Tag">
    <vt:lpwstr>10, 3, 0, 1</vt:lpwstr>
  </property>
</Properties>
</file>